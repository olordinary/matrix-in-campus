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87" r:id="rId5"/>
    <p:sldId id="261" r:id="rId6"/>
    <p:sldId id="262" r:id="rId7"/>
    <p:sldId id="296" r:id="rId8"/>
    <p:sldId id="263" r:id="rId9"/>
    <p:sldId id="285" r:id="rId10"/>
    <p:sldId id="286" r:id="rId11"/>
    <p:sldId id="269" r:id="rId12"/>
    <p:sldId id="288" r:id="rId13"/>
    <p:sldId id="290" r:id="rId14"/>
    <p:sldId id="289" r:id="rId15"/>
    <p:sldId id="273" r:id="rId16"/>
    <p:sldId id="275" r:id="rId17"/>
    <p:sldId id="292" r:id="rId18"/>
    <p:sldId id="281" r:id="rId19"/>
    <p:sldId id="282" r:id="rId20"/>
    <p:sldId id="295" r:id="rId21"/>
    <p:sldId id="297" r:id="rId22"/>
    <p:sldId id="284" r:id="rId2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0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8" Type="http://schemas.openxmlformats.org/officeDocument/2006/relationships/tags" Target="../tags/tag120.xml"/><Relationship Id="rId17" Type="http://schemas.openxmlformats.org/officeDocument/2006/relationships/tags" Target="../tags/tag119.xml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1" Type="http://schemas.openxmlformats.org/officeDocument/2006/relationships/tags" Target="../tags/tag170.xml"/><Relationship Id="rId10" Type="http://schemas.openxmlformats.org/officeDocument/2006/relationships/tags" Target="../tags/tag169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5" Type="http://schemas.openxmlformats.org/officeDocument/2006/relationships/tags" Target="../tags/tag184.xml"/><Relationship Id="rId14" Type="http://schemas.openxmlformats.org/officeDocument/2006/relationships/tags" Target="../tags/tag183.xml"/><Relationship Id="rId13" Type="http://schemas.openxmlformats.org/officeDocument/2006/relationships/tags" Target="../tags/tag182.xml"/><Relationship Id="rId12" Type="http://schemas.openxmlformats.org/officeDocument/2006/relationships/tags" Target="../tags/tag181.xml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7" Type="http://schemas.openxmlformats.org/officeDocument/2006/relationships/tags" Target="../tags/tag197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5" Type="http://schemas.openxmlformats.org/officeDocument/2006/relationships/tags" Target="../tags/tag216.xml"/><Relationship Id="rId4" Type="http://schemas.openxmlformats.org/officeDocument/2006/relationships/tags" Target="../tags/tag215.xml"/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tags" Target="../tags/tag225.xml"/><Relationship Id="rId5" Type="http://schemas.openxmlformats.org/officeDocument/2006/relationships/tags" Target="../tags/tag224.xml"/><Relationship Id="rId4" Type="http://schemas.openxmlformats.org/officeDocument/2006/relationships/tags" Target="../tags/tag223.xml"/><Relationship Id="rId3" Type="http://schemas.openxmlformats.org/officeDocument/2006/relationships/image" Target="../media/image1.png"/><Relationship Id="rId2" Type="http://schemas.openxmlformats.org/officeDocument/2006/relationships/tags" Target="../tags/tag222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3" Type="http://schemas.openxmlformats.org/officeDocument/2006/relationships/image" Target="../media/image1.png"/><Relationship Id="rId2" Type="http://schemas.openxmlformats.org/officeDocument/2006/relationships/tags" Target="../tags/tag226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image" Target="../media/image1.png"/><Relationship Id="rId2" Type="http://schemas.openxmlformats.org/officeDocument/2006/relationships/tags" Target="../tags/tag229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253.xml"/><Relationship Id="rId8" Type="http://schemas.openxmlformats.org/officeDocument/2006/relationships/tags" Target="../tags/tag252.xml"/><Relationship Id="rId7" Type="http://schemas.openxmlformats.org/officeDocument/2006/relationships/tags" Target="../tags/tag251.xml"/><Relationship Id="rId6" Type="http://schemas.openxmlformats.org/officeDocument/2006/relationships/tags" Target="../tags/tag250.xml"/><Relationship Id="rId5" Type="http://schemas.openxmlformats.org/officeDocument/2006/relationships/tags" Target="../tags/tag249.xml"/><Relationship Id="rId4" Type="http://schemas.openxmlformats.org/officeDocument/2006/relationships/tags" Target="../tags/tag248.xml"/><Relationship Id="rId3" Type="http://schemas.openxmlformats.org/officeDocument/2006/relationships/tags" Target="../tags/tag247.xml"/><Relationship Id="rId2" Type="http://schemas.openxmlformats.org/officeDocument/2006/relationships/tags" Target="../tags/tag246.xml"/><Relationship Id="rId11" Type="http://schemas.openxmlformats.org/officeDocument/2006/relationships/tags" Target="../tags/tag255.xml"/><Relationship Id="rId10" Type="http://schemas.openxmlformats.org/officeDocument/2006/relationships/tags" Target="../tags/tag254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63.xml"/><Relationship Id="rId8" Type="http://schemas.openxmlformats.org/officeDocument/2006/relationships/tags" Target="../tags/tag262.xml"/><Relationship Id="rId7" Type="http://schemas.openxmlformats.org/officeDocument/2006/relationships/tags" Target="../tags/tag261.xml"/><Relationship Id="rId6" Type="http://schemas.openxmlformats.org/officeDocument/2006/relationships/tags" Target="../tags/tag260.xml"/><Relationship Id="rId5" Type="http://schemas.openxmlformats.org/officeDocument/2006/relationships/tags" Target="../tags/tag259.xml"/><Relationship Id="rId4" Type="http://schemas.openxmlformats.org/officeDocument/2006/relationships/tags" Target="../tags/tag258.xml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3" Type="http://schemas.openxmlformats.org/officeDocument/2006/relationships/tags" Target="../tags/tag267.xml"/><Relationship Id="rId12" Type="http://schemas.openxmlformats.org/officeDocument/2006/relationships/tags" Target="../tags/tag266.xml"/><Relationship Id="rId11" Type="http://schemas.openxmlformats.org/officeDocument/2006/relationships/tags" Target="../tags/tag265.xml"/><Relationship Id="rId10" Type="http://schemas.openxmlformats.org/officeDocument/2006/relationships/tags" Target="../tags/tag264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75.xml"/><Relationship Id="rId8" Type="http://schemas.openxmlformats.org/officeDocument/2006/relationships/tags" Target="../tags/tag274.xml"/><Relationship Id="rId7" Type="http://schemas.openxmlformats.org/officeDocument/2006/relationships/tags" Target="../tags/tag273.xml"/><Relationship Id="rId6" Type="http://schemas.openxmlformats.org/officeDocument/2006/relationships/tags" Target="../tags/tag272.xml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3" Type="http://schemas.openxmlformats.org/officeDocument/2006/relationships/tags" Target="../tags/tag269.xml"/><Relationship Id="rId2" Type="http://schemas.openxmlformats.org/officeDocument/2006/relationships/tags" Target="../tags/tag268.xml"/><Relationship Id="rId15" Type="http://schemas.openxmlformats.org/officeDocument/2006/relationships/tags" Target="../tags/tag281.xml"/><Relationship Id="rId14" Type="http://schemas.openxmlformats.org/officeDocument/2006/relationships/tags" Target="../tags/tag280.xml"/><Relationship Id="rId13" Type="http://schemas.openxmlformats.org/officeDocument/2006/relationships/tags" Target="../tags/tag279.xml"/><Relationship Id="rId12" Type="http://schemas.openxmlformats.org/officeDocument/2006/relationships/tags" Target="../tags/tag278.xml"/><Relationship Id="rId11" Type="http://schemas.openxmlformats.org/officeDocument/2006/relationships/tags" Target="../tags/tag277.xml"/><Relationship Id="rId10" Type="http://schemas.openxmlformats.org/officeDocument/2006/relationships/tags" Target="../tags/tag276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289.xml"/><Relationship Id="rId8" Type="http://schemas.openxmlformats.org/officeDocument/2006/relationships/tags" Target="../tags/tag288.xml"/><Relationship Id="rId7" Type="http://schemas.openxmlformats.org/officeDocument/2006/relationships/tags" Target="../tags/tag287.xml"/><Relationship Id="rId6" Type="http://schemas.openxmlformats.org/officeDocument/2006/relationships/tags" Target="../tags/tag286.xml"/><Relationship Id="rId5" Type="http://schemas.openxmlformats.org/officeDocument/2006/relationships/tags" Target="../tags/tag285.xml"/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2" Type="http://schemas.openxmlformats.org/officeDocument/2006/relationships/tags" Target="../tags/tag292.xml"/><Relationship Id="rId11" Type="http://schemas.openxmlformats.org/officeDocument/2006/relationships/tags" Target="../tags/tag291.xml"/><Relationship Id="rId10" Type="http://schemas.openxmlformats.org/officeDocument/2006/relationships/tags" Target="../tags/tag290.xm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300.xml"/><Relationship Id="rId8" Type="http://schemas.openxmlformats.org/officeDocument/2006/relationships/tags" Target="../tags/tag299.xml"/><Relationship Id="rId7" Type="http://schemas.openxmlformats.org/officeDocument/2006/relationships/tags" Target="../tags/tag298.xml"/><Relationship Id="rId6" Type="http://schemas.openxmlformats.org/officeDocument/2006/relationships/tags" Target="../tags/tag297.xml"/><Relationship Id="rId5" Type="http://schemas.openxmlformats.org/officeDocument/2006/relationships/tags" Target="../tags/tag296.xml"/><Relationship Id="rId4" Type="http://schemas.openxmlformats.org/officeDocument/2006/relationships/tags" Target="../tags/tag295.xml"/><Relationship Id="rId3" Type="http://schemas.openxmlformats.org/officeDocument/2006/relationships/tags" Target="../tags/tag294.xml"/><Relationship Id="rId2" Type="http://schemas.openxmlformats.org/officeDocument/2006/relationships/tags" Target="../tags/tag293.xml"/><Relationship Id="rId15" Type="http://schemas.openxmlformats.org/officeDocument/2006/relationships/tags" Target="../tags/tag306.xml"/><Relationship Id="rId14" Type="http://schemas.openxmlformats.org/officeDocument/2006/relationships/tags" Target="../tags/tag305.xml"/><Relationship Id="rId13" Type="http://schemas.openxmlformats.org/officeDocument/2006/relationships/tags" Target="../tags/tag304.xml"/><Relationship Id="rId12" Type="http://schemas.openxmlformats.org/officeDocument/2006/relationships/tags" Target="../tags/tag303.xml"/><Relationship Id="rId11" Type="http://schemas.openxmlformats.org/officeDocument/2006/relationships/tags" Target="../tags/tag302.xml"/><Relationship Id="rId10" Type="http://schemas.openxmlformats.org/officeDocument/2006/relationships/tags" Target="../tags/tag301.xml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tags" Target="../tags/tag313.xml"/><Relationship Id="rId7" Type="http://schemas.openxmlformats.org/officeDocument/2006/relationships/tags" Target="../tags/tag312.xml"/><Relationship Id="rId6" Type="http://schemas.openxmlformats.org/officeDocument/2006/relationships/tags" Target="../tags/tag311.xml"/><Relationship Id="rId5" Type="http://schemas.openxmlformats.org/officeDocument/2006/relationships/tags" Target="../tags/tag310.xml"/><Relationship Id="rId4" Type="http://schemas.openxmlformats.org/officeDocument/2006/relationships/tags" Target="../tags/tag309.xml"/><Relationship Id="rId3" Type="http://schemas.openxmlformats.org/officeDocument/2006/relationships/tags" Target="../tags/tag308.xml"/><Relationship Id="rId2" Type="http://schemas.openxmlformats.org/officeDocument/2006/relationships/tags" Target="../tags/tag307.xml"/><Relationship Id="rId12" Type="http://schemas.openxmlformats.org/officeDocument/2006/relationships/tags" Target="../tags/tag317.xml"/><Relationship Id="rId11" Type="http://schemas.openxmlformats.org/officeDocument/2006/relationships/tags" Target="../tags/tag316.xml"/><Relationship Id="rId10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325.xml"/><Relationship Id="rId8" Type="http://schemas.openxmlformats.org/officeDocument/2006/relationships/tags" Target="../tags/tag324.xml"/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6" Type="http://schemas.openxmlformats.org/officeDocument/2006/relationships/tags" Target="../tags/tag332.xml"/><Relationship Id="rId5" Type="http://schemas.openxmlformats.org/officeDocument/2006/relationships/tags" Target="../tags/tag331.xml"/><Relationship Id="rId4" Type="http://schemas.openxmlformats.org/officeDocument/2006/relationships/tags" Target="../tags/tag330.xml"/><Relationship Id="rId3" Type="http://schemas.openxmlformats.org/officeDocument/2006/relationships/tags" Target="../tags/tag329.xml"/><Relationship Id="rId2" Type="http://schemas.openxmlformats.org/officeDocument/2006/relationships/tags" Target="../tags/tag328.xml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7" Type="http://schemas.openxmlformats.org/officeDocument/2006/relationships/tags" Target="../tags/tag346.xml"/><Relationship Id="rId6" Type="http://schemas.openxmlformats.org/officeDocument/2006/relationships/tags" Target="../tags/tag345.xml"/><Relationship Id="rId5" Type="http://schemas.openxmlformats.org/officeDocument/2006/relationships/tags" Target="../tags/tag344.xml"/><Relationship Id="rId4" Type="http://schemas.openxmlformats.org/officeDocument/2006/relationships/tags" Target="../tags/tag343.xml"/><Relationship Id="rId3" Type="http://schemas.openxmlformats.org/officeDocument/2006/relationships/tags" Target="../tags/tag342.xml"/><Relationship Id="rId2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5" Type="http://schemas.openxmlformats.org/officeDocument/2006/relationships/tags" Target="../tags/tag350.xml"/><Relationship Id="rId4" Type="http://schemas.openxmlformats.org/officeDocument/2006/relationships/tags" Target="../tags/tag349.xml"/><Relationship Id="rId3" Type="http://schemas.openxmlformats.org/officeDocument/2006/relationships/tags" Target="../tags/tag348.xml"/><Relationship Id="rId2" Type="http://schemas.openxmlformats.org/officeDocument/2006/relationships/tags" Target="../tags/tag347.xml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tags" Target="../tags/tag357.xml"/><Relationship Id="rId7" Type="http://schemas.openxmlformats.org/officeDocument/2006/relationships/tags" Target="../tags/tag356.xml"/><Relationship Id="rId6" Type="http://schemas.openxmlformats.org/officeDocument/2006/relationships/tags" Target="../tags/tag355.xml"/><Relationship Id="rId5" Type="http://schemas.openxmlformats.org/officeDocument/2006/relationships/tags" Target="../tags/tag354.xml"/><Relationship Id="rId4" Type="http://schemas.openxmlformats.org/officeDocument/2006/relationships/tags" Target="../tags/tag353.xml"/><Relationship Id="rId3" Type="http://schemas.openxmlformats.org/officeDocument/2006/relationships/tags" Target="../tags/tag352.xml"/><Relationship Id="rId2" Type="http://schemas.openxmlformats.org/officeDocument/2006/relationships/tags" Target="../tags/tag351.xml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5" Type="http://schemas.openxmlformats.org/officeDocument/2006/relationships/tags" Target="../tags/tag361.xml"/><Relationship Id="rId4" Type="http://schemas.openxmlformats.org/officeDocument/2006/relationships/tags" Target="../tags/tag360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6" Type="http://schemas.openxmlformats.org/officeDocument/2006/relationships/tags" Target="../tags/tag366.xml"/><Relationship Id="rId5" Type="http://schemas.openxmlformats.org/officeDocument/2006/relationships/tags" Target="../tags/tag365.xml"/><Relationship Id="rId4" Type="http://schemas.openxmlformats.org/officeDocument/2006/relationships/tags" Target="../tags/tag364.xml"/><Relationship Id="rId3" Type="http://schemas.openxmlformats.org/officeDocument/2006/relationships/tags" Target="../tags/tag363.xml"/><Relationship Id="rId2" Type="http://schemas.openxmlformats.org/officeDocument/2006/relationships/tags" Target="../tags/tag362.xml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9" Type="http://schemas.openxmlformats.org/officeDocument/2006/relationships/tags" Target="../tags/tag374.xml"/><Relationship Id="rId8" Type="http://schemas.openxmlformats.org/officeDocument/2006/relationships/tags" Target="../tags/tag373.xml"/><Relationship Id="rId7" Type="http://schemas.openxmlformats.org/officeDocument/2006/relationships/tags" Target="../tags/tag372.xml"/><Relationship Id="rId6" Type="http://schemas.openxmlformats.org/officeDocument/2006/relationships/tags" Target="../tags/tag371.xml"/><Relationship Id="rId5" Type="http://schemas.openxmlformats.org/officeDocument/2006/relationships/tags" Target="../tags/tag370.xml"/><Relationship Id="rId4" Type="http://schemas.openxmlformats.org/officeDocument/2006/relationships/tags" Target="../tags/tag369.xml"/><Relationship Id="rId3" Type="http://schemas.openxmlformats.org/officeDocument/2006/relationships/tags" Target="../tags/tag368.xml"/><Relationship Id="rId2" Type="http://schemas.openxmlformats.org/officeDocument/2006/relationships/tags" Target="../tags/tag367.xml"/><Relationship Id="rId12" Type="http://schemas.openxmlformats.org/officeDocument/2006/relationships/tags" Target="../tags/tag377.xml"/><Relationship Id="rId11" Type="http://schemas.openxmlformats.org/officeDocument/2006/relationships/tags" Target="../tags/tag376.xml"/><Relationship Id="rId10" Type="http://schemas.openxmlformats.org/officeDocument/2006/relationships/tags" Target="../tags/tag375.xml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5" Type="http://schemas.openxmlformats.org/officeDocument/2006/relationships/tags" Target="../tags/tag381.xml"/><Relationship Id="rId4" Type="http://schemas.openxmlformats.org/officeDocument/2006/relationships/tags" Target="../tags/tag380.xml"/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7752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334000"/>
            <a:ext cx="5334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idx="16391" hasCustomPrompt="1"/>
            <p:custDataLst>
              <p:tags r:id="rId6"/>
            </p:custDataLst>
          </p:nvPr>
        </p:nvSpPr>
        <p:spPr>
          <a:xfrm>
            <a:off x="62484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743200 h 2946400"/>
              <a:gd name="connisteX5" fmla="*/ 5130800 w 5334000"/>
              <a:gd name="connsiteY5" fmla="*/ 2946400 h 2946400"/>
              <a:gd name="connisteX6" fmla="*/ 203200 w 5334000"/>
              <a:gd name="connsiteY6" fmla="*/ 2946400 h 2946400"/>
              <a:gd name="connisteX7" fmla="*/ 0 w 5334000"/>
              <a:gd name="connsiteY7" fmla="*/ 2743200 h 2946400"/>
              <a:gd name="connisteX8" fmla="*/ 0 w 53340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743200"/>
                </a:lnTo>
                <a:cubicBezTo>
                  <a:pt x="5334000" y="2855424"/>
                  <a:pt x="5243024" y="2946400"/>
                  <a:pt x="51308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6248400" y="47752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248400" y="5334000"/>
            <a:ext cx="5334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2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4" hasCustomPrompt="1"/>
            <p:custDataLst>
              <p:tags r:id="rId4"/>
            </p:custDataLst>
          </p:nvPr>
        </p:nvSpPr>
        <p:spPr>
          <a:xfrm>
            <a:off x="17272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2" hasCustomPrompt="1"/>
            <p:custDataLst>
              <p:tags r:id="rId5"/>
            </p:custDataLst>
          </p:nvPr>
        </p:nvSpPr>
        <p:spPr>
          <a:xfrm>
            <a:off x="20116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1016000" y="36068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1016000" y="41656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9"/>
            </p:custDataLst>
          </p:nvPr>
        </p:nvSpPr>
        <p:spPr>
          <a:xfrm>
            <a:off x="54864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5" hasCustomPrompt="1"/>
            <p:custDataLst>
              <p:tags r:id="rId10"/>
            </p:custDataLst>
          </p:nvPr>
        </p:nvSpPr>
        <p:spPr>
          <a:xfrm>
            <a:off x="57708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775200" y="36068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775200" y="41656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9" hasCustomPrompt="1"/>
            <p:custDataLst>
              <p:tags r:id="rId13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9245600" y="2082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8" hasCustomPrompt="1"/>
            <p:custDataLst>
              <p:tags r:id="rId15"/>
            </p:custDataLst>
          </p:nvPr>
        </p:nvSpPr>
        <p:spPr>
          <a:xfrm>
            <a:off x="9530080" y="23672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534400" y="36068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534400" y="41656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37084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0320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4008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553200" y="20320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图片占位符 8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2484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图中标下内-装饰上-默认位置-并列-51_40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35306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609600"/>
            <a:ext cx="10972800" cy="2387600"/>
          </a:xfrm>
          <a:custGeom>
            <a:avLst/>
            <a:gdLst>
              <a:gd name="connisteX0" fmla="*/ 0 w 10972800"/>
              <a:gd name="connsiteY0" fmla="*/ 203200 h 2387600"/>
              <a:gd name="connisteX1" fmla="*/ 203200 w 10972800"/>
              <a:gd name="connsiteY1" fmla="*/ 0 h 2387600"/>
              <a:gd name="connisteX2" fmla="*/ 10769600 w 10972800"/>
              <a:gd name="connsiteY2" fmla="*/ 0 h 2387600"/>
              <a:gd name="connisteX3" fmla="*/ 10972800 w 10972800"/>
              <a:gd name="connsiteY3" fmla="*/ 203200 h 2387600"/>
              <a:gd name="connisteX4" fmla="*/ 10972800 w 10972800"/>
              <a:gd name="connsiteY4" fmla="*/ 2184400 h 2387600"/>
              <a:gd name="connisteX5" fmla="*/ 10769600 w 10972800"/>
              <a:gd name="connsiteY5" fmla="*/ 2387600 h 2387600"/>
              <a:gd name="connisteX6" fmla="*/ 203200 w 10972800"/>
              <a:gd name="connsiteY6" fmla="*/ 2387600 h 2387600"/>
              <a:gd name="connisteX7" fmla="*/ 0 w 10972800"/>
              <a:gd name="connsiteY7" fmla="*/ 2184400 h 2387600"/>
              <a:gd name="connisteX8" fmla="*/ 0 w 10972800"/>
              <a:gd name="connsiteY8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84400"/>
                </a:lnTo>
                <a:cubicBezTo>
                  <a:pt x="10972800" y="2296624"/>
                  <a:pt x="10881824" y="2387600"/>
                  <a:pt x="107696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521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0292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4008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553200" y="4521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553200" y="50292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图片占位符 8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25146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016000" y="37846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016000" y="4343400"/>
            <a:ext cx="452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81534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654800" y="37846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654800" y="4343400"/>
            <a:ext cx="452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75438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3835400 w 4038600"/>
              <a:gd name="connsiteY1" fmla="*/ 0 h 4724400"/>
              <a:gd name="connisteX2" fmla="*/ 4038600 w 4038600"/>
              <a:gd name="connsiteY2" fmla="*/ 203200 h 4724400"/>
              <a:gd name="connisteX3" fmla="*/ 4038600 w 4038600"/>
              <a:gd name="connsiteY3" fmla="*/ 4521200 h 4724400"/>
              <a:gd name="connisteX4" fmla="*/ 3835400 w 4038600"/>
              <a:gd name="connsiteY4" fmla="*/ 4724400 h 4724400"/>
              <a:gd name="connisteX5" fmla="*/ 0 w 4038600"/>
              <a:gd name="connsiteY5" fmla="*/ 4724400 h 4724400"/>
              <a:gd name="connisteX6" fmla="*/ 0 w 40386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0"/>
                </a:move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1524000"/>
            <a:ext cx="6934200" cy="4724400"/>
          </a:xfrm>
          <a:custGeom>
            <a:avLst/>
            <a:gdLst>
              <a:gd name="connisteX0" fmla="*/ 0 w 6934200"/>
              <a:gd name="connsiteY0" fmla="*/ 203200 h 4724400"/>
              <a:gd name="connisteX1" fmla="*/ 203200 w 6934200"/>
              <a:gd name="connsiteY1" fmla="*/ 0 h 4724400"/>
              <a:gd name="connisteX2" fmla="*/ 6934200 w 6934200"/>
              <a:gd name="connsiteY2" fmla="*/ 0 h 4724400"/>
              <a:gd name="connisteX3" fmla="*/ 6934200 w 6934200"/>
              <a:gd name="connsiteY3" fmla="*/ 4724400 h 4724400"/>
              <a:gd name="connisteX4" fmla="*/ 203200 w 6934200"/>
              <a:gd name="connsiteY4" fmla="*/ 4724400 h 4724400"/>
              <a:gd name="connisteX5" fmla="*/ 0 w 6934200"/>
              <a:gd name="connsiteY5" fmla="*/ 4521200 h 4724400"/>
              <a:gd name="connisteX6" fmla="*/ 0 w 69342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34200" y="0"/>
                </a:lnTo>
                <a:lnTo>
                  <a:pt x="69342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066800" y="21082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066800" y="2667000"/>
            <a:ext cx="6019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1066800" y="4191000"/>
            <a:ext cx="6019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1066800" y="4749800"/>
            <a:ext cx="60198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1778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1778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432800" y="1778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2336800"/>
            <a:ext cx="28448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600" y="3606800"/>
            <a:ext cx="5334000" cy="2641600"/>
          </a:xfrm>
          <a:custGeom>
            <a:avLst/>
            <a:gdLst>
              <a:gd name="connisteX0" fmla="*/ 0 w 5334000"/>
              <a:gd name="connsiteY0" fmla="*/ 0 h 2641600"/>
              <a:gd name="connisteX1" fmla="*/ 5334000 w 5334000"/>
              <a:gd name="connsiteY1" fmla="*/ 0 h 2641600"/>
              <a:gd name="connisteX2" fmla="*/ 5334000 w 5334000"/>
              <a:gd name="connsiteY2" fmla="*/ 2438400 h 2641600"/>
              <a:gd name="connisteX3" fmla="*/ 5130800 w 5334000"/>
              <a:gd name="connsiteY3" fmla="*/ 2641600 h 2641600"/>
              <a:gd name="connisteX4" fmla="*/ 203200 w 5334000"/>
              <a:gd name="connsiteY4" fmla="*/ 2641600 h 2641600"/>
              <a:gd name="connisteX5" fmla="*/ 0 w 5334000"/>
              <a:gd name="connsiteY5" fmla="*/ 2438400 h 2641600"/>
              <a:gd name="connisteX6" fmla="*/ 0 w 5334000"/>
              <a:gd name="connsiteY6" fmla="*/ 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0"/>
                </a:moveTo>
                <a:lnTo>
                  <a:pt x="5334000" y="0"/>
                </a:lnTo>
                <a:lnTo>
                  <a:pt x="5334000" y="2438400"/>
                </a:lnTo>
                <a:cubicBezTo>
                  <a:pt x="5334000" y="2550624"/>
                  <a:pt x="5243024" y="2641600"/>
                  <a:pt x="51308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图片占位符 8"/>
          <p:cNvSpPr>
            <a:spLocks noGrp="1"/>
          </p:cNvSpPr>
          <p:nvPr>
            <p:ph type="pic" idx="16391" hasCustomPrompt="1"/>
            <p:custDataLst>
              <p:tags r:id="rId4"/>
            </p:custDataLst>
          </p:nvPr>
        </p:nvSpPr>
        <p:spPr>
          <a:xfrm>
            <a:off x="609600" y="1524000"/>
            <a:ext cx="5334000" cy="2082800"/>
          </a:xfrm>
          <a:custGeom>
            <a:avLst/>
            <a:gdLst>
              <a:gd name="connisteX0" fmla="*/ 0 w 5334000"/>
              <a:gd name="connsiteY0" fmla="*/ 203200 h 2082800"/>
              <a:gd name="connisteX1" fmla="*/ 203200 w 5334000"/>
              <a:gd name="connsiteY1" fmla="*/ 0 h 2082800"/>
              <a:gd name="connisteX2" fmla="*/ 5130800 w 5334000"/>
              <a:gd name="connsiteY2" fmla="*/ 0 h 2082800"/>
              <a:gd name="connisteX3" fmla="*/ 5334000 w 5334000"/>
              <a:gd name="connsiteY3" fmla="*/ 203200 h 2082800"/>
              <a:gd name="connisteX4" fmla="*/ 5334000 w 5334000"/>
              <a:gd name="connsiteY4" fmla="*/ 2082800 h 2082800"/>
              <a:gd name="connisteX5" fmla="*/ 0 w 5334000"/>
              <a:gd name="connsiteY5" fmla="*/ 2082800 h 2082800"/>
              <a:gd name="connisteX6" fmla="*/ 0 w 5334000"/>
              <a:gd name="connsiteY6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82800"/>
                </a:lnTo>
                <a:lnTo>
                  <a:pt x="0" y="2082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911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419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248400" y="3606800"/>
            <a:ext cx="5334000" cy="2641600"/>
          </a:xfrm>
          <a:custGeom>
            <a:avLst/>
            <a:gdLst>
              <a:gd name="connisteX0" fmla="*/ 0 w 5334000"/>
              <a:gd name="connsiteY0" fmla="*/ 0 h 2641600"/>
              <a:gd name="connisteX1" fmla="*/ 5334000 w 5334000"/>
              <a:gd name="connsiteY1" fmla="*/ 0 h 2641600"/>
              <a:gd name="connisteX2" fmla="*/ 5334000 w 5334000"/>
              <a:gd name="connsiteY2" fmla="*/ 2438400 h 2641600"/>
              <a:gd name="connisteX3" fmla="*/ 5130800 w 5334000"/>
              <a:gd name="connsiteY3" fmla="*/ 2641600 h 2641600"/>
              <a:gd name="connisteX4" fmla="*/ 203200 w 5334000"/>
              <a:gd name="connsiteY4" fmla="*/ 2641600 h 2641600"/>
              <a:gd name="connisteX5" fmla="*/ 0 w 5334000"/>
              <a:gd name="connsiteY5" fmla="*/ 2438400 h 2641600"/>
              <a:gd name="connisteX6" fmla="*/ 0 w 5334000"/>
              <a:gd name="connsiteY6" fmla="*/ 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0"/>
                </a:moveTo>
                <a:lnTo>
                  <a:pt x="5334000" y="0"/>
                </a:lnTo>
                <a:lnTo>
                  <a:pt x="5334000" y="2438400"/>
                </a:lnTo>
                <a:cubicBezTo>
                  <a:pt x="5334000" y="2550624"/>
                  <a:pt x="5243024" y="2641600"/>
                  <a:pt x="51308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8"/>
            </p:custDataLst>
          </p:nvPr>
        </p:nvSpPr>
        <p:spPr>
          <a:xfrm>
            <a:off x="6248400" y="1524000"/>
            <a:ext cx="5334000" cy="2082800"/>
          </a:xfrm>
          <a:custGeom>
            <a:avLst/>
            <a:gdLst>
              <a:gd name="connisteX0" fmla="*/ 0 w 5334000"/>
              <a:gd name="connsiteY0" fmla="*/ 203200 h 2082800"/>
              <a:gd name="connisteX1" fmla="*/ 203200 w 5334000"/>
              <a:gd name="connsiteY1" fmla="*/ 0 h 2082800"/>
              <a:gd name="connisteX2" fmla="*/ 5130800 w 5334000"/>
              <a:gd name="connsiteY2" fmla="*/ 0 h 2082800"/>
              <a:gd name="connisteX3" fmla="*/ 5334000 w 5334000"/>
              <a:gd name="connsiteY3" fmla="*/ 203200 h 2082800"/>
              <a:gd name="connisteX4" fmla="*/ 5334000 w 5334000"/>
              <a:gd name="connsiteY4" fmla="*/ 2082800 h 2082800"/>
              <a:gd name="connisteX5" fmla="*/ 0 w 5334000"/>
              <a:gd name="connsiteY5" fmla="*/ 2082800 h 2082800"/>
              <a:gd name="connisteX6" fmla="*/ 0 w 5334000"/>
              <a:gd name="connsiteY6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82800"/>
                </a:lnTo>
                <a:lnTo>
                  <a:pt x="0" y="2082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3911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4419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4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5" hasCustomPrompt="1"/>
            <p:custDataLst>
              <p:tags r:id="rId4"/>
            </p:custDataLst>
          </p:nvPr>
        </p:nvSpPr>
        <p:spPr>
          <a:xfrm>
            <a:off x="6096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19304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438400"/>
            <a:ext cx="2781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40005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152900" y="19304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152900" y="2438400"/>
            <a:ext cx="2781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6096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62000" y="41148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62000" y="4622800"/>
            <a:ext cx="2781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8" hasCustomPrompt="1"/>
            <p:custDataLst>
              <p:tags r:id="rId13"/>
            </p:custDataLst>
          </p:nvPr>
        </p:nvSpPr>
        <p:spPr>
          <a:xfrm>
            <a:off x="40005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4152900" y="41148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4152900" y="4622800"/>
            <a:ext cx="2781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10972800" cy="2489200"/>
          </a:xfrm>
          <a:custGeom>
            <a:avLst/>
            <a:gdLst>
              <a:gd name="connisteX0" fmla="*/ 0 w 10972800"/>
              <a:gd name="connsiteY0" fmla="*/ 203200 h 2489200"/>
              <a:gd name="connisteX1" fmla="*/ 203200 w 10972800"/>
              <a:gd name="connsiteY1" fmla="*/ 0 h 2489200"/>
              <a:gd name="connisteX2" fmla="*/ 10769600 w 10972800"/>
              <a:gd name="connsiteY2" fmla="*/ 0 h 2489200"/>
              <a:gd name="connisteX3" fmla="*/ 10972800 w 10972800"/>
              <a:gd name="connsiteY3" fmla="*/ 203200 h 2489200"/>
              <a:gd name="connisteX4" fmla="*/ 10972800 w 10972800"/>
              <a:gd name="connsiteY4" fmla="*/ 2286000 h 2489200"/>
              <a:gd name="connisteX5" fmla="*/ 10769600 w 10972800"/>
              <a:gd name="connsiteY5" fmla="*/ 2489200 h 2489200"/>
              <a:gd name="connisteX6" fmla="*/ 203200 w 10972800"/>
              <a:gd name="connsiteY6" fmla="*/ 2489200 h 2489200"/>
              <a:gd name="connisteX7" fmla="*/ 0 w 10972800"/>
              <a:gd name="connsiteY7" fmla="*/ 2286000 h 2489200"/>
              <a:gd name="connisteX8" fmla="*/ 0 w 10972800"/>
              <a:gd name="connsiteY8" fmla="*/ 203200 h 248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48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286000"/>
                </a:lnTo>
                <a:cubicBezTo>
                  <a:pt x="10972800" y="2398224"/>
                  <a:pt x="10881824" y="2489200"/>
                  <a:pt x="10769600" y="2489200"/>
                </a:cubicBezTo>
                <a:lnTo>
                  <a:pt x="203200" y="2489200"/>
                </a:lnTo>
                <a:cubicBezTo>
                  <a:pt x="90976" y="2489200"/>
                  <a:pt x="0" y="2398224"/>
                  <a:pt x="0" y="2286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4704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029200"/>
            <a:ext cx="518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400800" y="44704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400800" y="5029200"/>
            <a:ext cx="518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3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6" hasCustomPrompt="1"/>
            <p:custDataLst>
              <p:tags r:id="rId3"/>
            </p:custDataLst>
          </p:nvPr>
        </p:nvSpPr>
        <p:spPr>
          <a:xfrm>
            <a:off x="609600" y="1524000"/>
            <a:ext cx="10972800" cy="2133600"/>
          </a:xfrm>
          <a:custGeom>
            <a:avLst/>
            <a:gdLst>
              <a:gd name="connisteX0" fmla="*/ 0 w 10972800"/>
              <a:gd name="connsiteY0" fmla="*/ 203200 h 2133600"/>
              <a:gd name="connisteX1" fmla="*/ 203200 w 10972800"/>
              <a:gd name="connsiteY1" fmla="*/ 0 h 2133600"/>
              <a:gd name="connisteX2" fmla="*/ 10769600 w 10972800"/>
              <a:gd name="connsiteY2" fmla="*/ 0 h 2133600"/>
              <a:gd name="connisteX3" fmla="*/ 10972800 w 10972800"/>
              <a:gd name="connsiteY3" fmla="*/ 203200 h 2133600"/>
              <a:gd name="connisteX4" fmla="*/ 10972800 w 10972800"/>
              <a:gd name="connsiteY4" fmla="*/ 1930400 h 2133600"/>
              <a:gd name="connisteX5" fmla="*/ 10769600 w 10972800"/>
              <a:gd name="connsiteY5" fmla="*/ 2133600 h 2133600"/>
              <a:gd name="connisteX6" fmla="*/ 203200 w 10972800"/>
              <a:gd name="connsiteY6" fmla="*/ 2133600 h 2133600"/>
              <a:gd name="connisteX7" fmla="*/ 0 w 10972800"/>
              <a:gd name="connsiteY7" fmla="*/ 1930400 h 2133600"/>
              <a:gd name="connisteX8" fmla="*/ 0 w 10972800"/>
              <a:gd name="connsiteY8" fmla="*/ 2032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133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930400"/>
                </a:lnTo>
                <a:cubicBezTo>
                  <a:pt x="10972800" y="2042624"/>
                  <a:pt x="10881824" y="2133600"/>
                  <a:pt x="10769600" y="2133600"/>
                </a:cubicBezTo>
                <a:lnTo>
                  <a:pt x="203200" y="2133600"/>
                </a:lnTo>
                <a:cubicBezTo>
                  <a:pt x="90976" y="2133600"/>
                  <a:pt x="0" y="2042624"/>
                  <a:pt x="0" y="1930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7" hasCustomPrompt="1"/>
            <p:custDataLst>
              <p:tags r:id="rId4"/>
            </p:custDataLst>
          </p:nvPr>
        </p:nvSpPr>
        <p:spPr>
          <a:xfrm>
            <a:off x="609600" y="4114800"/>
            <a:ext cx="50800" cy="2133600"/>
          </a:xfrm>
          <a:custGeom>
            <a:avLst/>
            <a:gdLst>
              <a:gd name="connisteX0" fmla="*/ 0 w 50800"/>
              <a:gd name="connsiteY0" fmla="*/ 25400 h 2133600"/>
              <a:gd name="connisteX1" fmla="*/ 25400 w 50800"/>
              <a:gd name="connsiteY1" fmla="*/ 0 h 2133600"/>
              <a:gd name="connisteX2" fmla="*/ 25400 w 50800"/>
              <a:gd name="connsiteY2" fmla="*/ 0 h 2133600"/>
              <a:gd name="connisteX3" fmla="*/ 50800 w 50800"/>
              <a:gd name="connsiteY3" fmla="*/ 25400 h 2133600"/>
              <a:gd name="connisteX4" fmla="*/ 50800 w 50800"/>
              <a:gd name="connsiteY4" fmla="*/ 2108200 h 2133600"/>
              <a:gd name="connisteX5" fmla="*/ 25400 w 50800"/>
              <a:gd name="connsiteY5" fmla="*/ 2133600 h 2133600"/>
              <a:gd name="connisteX6" fmla="*/ 25400 w 50800"/>
              <a:gd name="connsiteY6" fmla="*/ 2133600 h 2133600"/>
              <a:gd name="connisteX7" fmla="*/ 0 w 50800"/>
              <a:gd name="connsiteY7" fmla="*/ 2108200 h 2133600"/>
              <a:gd name="connisteX8" fmla="*/ 0 w 50800"/>
              <a:gd name="connsiteY8" fmla="*/ 254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133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108200"/>
                </a:lnTo>
                <a:cubicBezTo>
                  <a:pt x="50800" y="2122228"/>
                  <a:pt x="39428" y="2133600"/>
                  <a:pt x="25400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114800"/>
            <a:ext cx="1676400" cy="81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7"/>
            </p:custDataLst>
          </p:nvPr>
        </p:nvSpPr>
        <p:spPr>
          <a:xfrm>
            <a:off x="2895600" y="4114800"/>
            <a:ext cx="50800" cy="2133600"/>
          </a:xfrm>
          <a:custGeom>
            <a:avLst/>
            <a:gdLst>
              <a:gd name="connisteX0" fmla="*/ 0 w 50800"/>
              <a:gd name="connsiteY0" fmla="*/ 25400 h 2133600"/>
              <a:gd name="connisteX1" fmla="*/ 25400 w 50800"/>
              <a:gd name="connsiteY1" fmla="*/ 0 h 2133600"/>
              <a:gd name="connisteX2" fmla="*/ 25400 w 50800"/>
              <a:gd name="connsiteY2" fmla="*/ 0 h 2133600"/>
              <a:gd name="connisteX3" fmla="*/ 50800 w 50800"/>
              <a:gd name="connsiteY3" fmla="*/ 25400 h 2133600"/>
              <a:gd name="connisteX4" fmla="*/ 50800 w 50800"/>
              <a:gd name="connsiteY4" fmla="*/ 2108200 h 2133600"/>
              <a:gd name="connisteX5" fmla="*/ 25400 w 50800"/>
              <a:gd name="connsiteY5" fmla="*/ 2133600 h 2133600"/>
              <a:gd name="connisteX6" fmla="*/ 25400 w 50800"/>
              <a:gd name="connsiteY6" fmla="*/ 2133600 h 2133600"/>
              <a:gd name="connisteX7" fmla="*/ 0 w 50800"/>
              <a:gd name="connsiteY7" fmla="*/ 2108200 h 2133600"/>
              <a:gd name="connisteX8" fmla="*/ 0 w 50800"/>
              <a:gd name="connsiteY8" fmla="*/ 254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133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108200"/>
                </a:lnTo>
                <a:cubicBezTo>
                  <a:pt x="50800" y="2122228"/>
                  <a:pt x="39428" y="2133600"/>
                  <a:pt x="25400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3048000" y="4114800"/>
            <a:ext cx="1676400" cy="81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3048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9" hasCustomPrompt="1"/>
            <p:custDataLst>
              <p:tags r:id="rId10"/>
            </p:custDataLst>
          </p:nvPr>
        </p:nvSpPr>
        <p:spPr>
          <a:xfrm>
            <a:off x="5181600" y="4114800"/>
            <a:ext cx="50800" cy="2133600"/>
          </a:xfrm>
          <a:custGeom>
            <a:avLst/>
            <a:gdLst>
              <a:gd name="connisteX0" fmla="*/ 0 w 50800"/>
              <a:gd name="connsiteY0" fmla="*/ 25400 h 2133600"/>
              <a:gd name="connisteX1" fmla="*/ 25400 w 50800"/>
              <a:gd name="connsiteY1" fmla="*/ 0 h 2133600"/>
              <a:gd name="connisteX2" fmla="*/ 25400 w 50800"/>
              <a:gd name="connsiteY2" fmla="*/ 0 h 2133600"/>
              <a:gd name="connisteX3" fmla="*/ 50800 w 50800"/>
              <a:gd name="connsiteY3" fmla="*/ 25400 h 2133600"/>
              <a:gd name="connisteX4" fmla="*/ 50800 w 50800"/>
              <a:gd name="connsiteY4" fmla="*/ 2108200 h 2133600"/>
              <a:gd name="connisteX5" fmla="*/ 25400 w 50800"/>
              <a:gd name="connsiteY5" fmla="*/ 2133600 h 2133600"/>
              <a:gd name="connisteX6" fmla="*/ 25400 w 50800"/>
              <a:gd name="connsiteY6" fmla="*/ 2133600 h 2133600"/>
              <a:gd name="connisteX7" fmla="*/ 0 w 50800"/>
              <a:gd name="connsiteY7" fmla="*/ 2108200 h 2133600"/>
              <a:gd name="connisteX8" fmla="*/ 0 w 50800"/>
              <a:gd name="connsiteY8" fmla="*/ 254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133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108200"/>
                </a:lnTo>
                <a:cubicBezTo>
                  <a:pt x="50800" y="2122228"/>
                  <a:pt x="39428" y="2133600"/>
                  <a:pt x="25400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5334000" y="4114800"/>
            <a:ext cx="1676400" cy="81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334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400" hasCustomPrompt="1"/>
            <p:custDataLst>
              <p:tags r:id="rId13"/>
            </p:custDataLst>
          </p:nvPr>
        </p:nvSpPr>
        <p:spPr>
          <a:xfrm>
            <a:off x="7467600" y="4114800"/>
            <a:ext cx="50800" cy="2133600"/>
          </a:xfrm>
          <a:custGeom>
            <a:avLst/>
            <a:gdLst>
              <a:gd name="connisteX0" fmla="*/ 0 w 50800"/>
              <a:gd name="connsiteY0" fmla="*/ 25400 h 2133600"/>
              <a:gd name="connisteX1" fmla="*/ 25400 w 50800"/>
              <a:gd name="connsiteY1" fmla="*/ 0 h 2133600"/>
              <a:gd name="connisteX2" fmla="*/ 25400 w 50800"/>
              <a:gd name="connsiteY2" fmla="*/ 0 h 2133600"/>
              <a:gd name="connisteX3" fmla="*/ 50800 w 50800"/>
              <a:gd name="connsiteY3" fmla="*/ 25400 h 2133600"/>
              <a:gd name="connisteX4" fmla="*/ 50800 w 50800"/>
              <a:gd name="connsiteY4" fmla="*/ 2108200 h 2133600"/>
              <a:gd name="connisteX5" fmla="*/ 25400 w 50800"/>
              <a:gd name="connsiteY5" fmla="*/ 2133600 h 2133600"/>
              <a:gd name="connisteX6" fmla="*/ 25400 w 50800"/>
              <a:gd name="connsiteY6" fmla="*/ 2133600 h 2133600"/>
              <a:gd name="connisteX7" fmla="*/ 0 w 50800"/>
              <a:gd name="connsiteY7" fmla="*/ 2108200 h 2133600"/>
              <a:gd name="connisteX8" fmla="*/ 0 w 50800"/>
              <a:gd name="connsiteY8" fmla="*/ 254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133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108200"/>
                </a:lnTo>
                <a:cubicBezTo>
                  <a:pt x="50800" y="2122228"/>
                  <a:pt x="39428" y="2133600"/>
                  <a:pt x="25400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7620000" y="4114800"/>
            <a:ext cx="1676400" cy="81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7620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401" hasCustomPrompt="1"/>
            <p:custDataLst>
              <p:tags r:id="rId16"/>
            </p:custDataLst>
          </p:nvPr>
        </p:nvSpPr>
        <p:spPr>
          <a:xfrm>
            <a:off x="9753600" y="4114800"/>
            <a:ext cx="50800" cy="2133600"/>
          </a:xfrm>
          <a:custGeom>
            <a:avLst/>
            <a:gdLst>
              <a:gd name="connisteX0" fmla="*/ 0 w 50800"/>
              <a:gd name="connsiteY0" fmla="*/ 25400 h 2133600"/>
              <a:gd name="connisteX1" fmla="*/ 25400 w 50800"/>
              <a:gd name="connsiteY1" fmla="*/ 0 h 2133600"/>
              <a:gd name="connisteX2" fmla="*/ 25400 w 50800"/>
              <a:gd name="connsiteY2" fmla="*/ 0 h 2133600"/>
              <a:gd name="connisteX3" fmla="*/ 50800 w 50800"/>
              <a:gd name="connsiteY3" fmla="*/ 25400 h 2133600"/>
              <a:gd name="connisteX4" fmla="*/ 50800 w 50800"/>
              <a:gd name="connsiteY4" fmla="*/ 2108200 h 2133600"/>
              <a:gd name="connisteX5" fmla="*/ 25400 w 50800"/>
              <a:gd name="connsiteY5" fmla="*/ 2133600 h 2133600"/>
              <a:gd name="connisteX6" fmla="*/ 25400 w 50800"/>
              <a:gd name="connsiteY6" fmla="*/ 2133600 h 2133600"/>
              <a:gd name="connisteX7" fmla="*/ 0 w 50800"/>
              <a:gd name="connsiteY7" fmla="*/ 2108200 h 2133600"/>
              <a:gd name="connisteX8" fmla="*/ 0 w 50800"/>
              <a:gd name="connsiteY8" fmla="*/ 254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133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108200"/>
                </a:lnTo>
                <a:cubicBezTo>
                  <a:pt x="50800" y="2122228"/>
                  <a:pt x="39428" y="2133600"/>
                  <a:pt x="25400" y="2133600"/>
                </a:cubicBezTo>
                <a:lnTo>
                  <a:pt x="25400" y="2133600"/>
                </a:lnTo>
                <a:cubicBezTo>
                  <a:pt x="11372" y="2133600"/>
                  <a:pt x="0" y="2122228"/>
                  <a:pt x="0" y="2108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4" hasCustomPrompt="1"/>
            <p:custDataLst>
              <p:tags r:id="rId17"/>
            </p:custDataLst>
          </p:nvPr>
        </p:nvSpPr>
        <p:spPr>
          <a:xfrm>
            <a:off x="9906000" y="4114800"/>
            <a:ext cx="1676400" cy="812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5" hasCustomPrompt="1"/>
            <p:custDataLst>
              <p:tags r:id="rId18"/>
            </p:custDataLst>
          </p:nvPr>
        </p:nvSpPr>
        <p:spPr>
          <a:xfrm>
            <a:off x="9906000" y="5029200"/>
            <a:ext cx="1676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692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3251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70400" y="2692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70400" y="3251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331200" y="2692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331200" y="3251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0" hasCustomPrompt="1"/>
            <p:custDataLst>
              <p:tags r:id="rId4"/>
            </p:custDataLst>
          </p:nvPr>
        </p:nvSpPr>
        <p:spPr>
          <a:xfrm>
            <a:off x="6096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641600"/>
            <a:ext cx="47244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48400" y="1524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248400" y="2082800"/>
            <a:ext cx="5334000" cy="4165600"/>
          </a:xfrm>
          <a:custGeom>
            <a:avLst/>
            <a:gdLst>
              <a:gd name="connisteX0" fmla="*/ 0 w 5334000"/>
              <a:gd name="connsiteY0" fmla="*/ 203200 h 4165600"/>
              <a:gd name="connisteX1" fmla="*/ 203200 w 5334000"/>
              <a:gd name="connsiteY1" fmla="*/ 0 h 4165600"/>
              <a:gd name="connisteX2" fmla="*/ 5130800 w 5334000"/>
              <a:gd name="connsiteY2" fmla="*/ 0 h 4165600"/>
              <a:gd name="connisteX3" fmla="*/ 5334000 w 5334000"/>
              <a:gd name="connsiteY3" fmla="*/ 203200 h 4165600"/>
              <a:gd name="connisteX4" fmla="*/ 5334000 w 5334000"/>
              <a:gd name="connsiteY4" fmla="*/ 3962400 h 4165600"/>
              <a:gd name="connisteX5" fmla="*/ 5130800 w 5334000"/>
              <a:gd name="connsiteY5" fmla="*/ 4165600 h 4165600"/>
              <a:gd name="connisteX6" fmla="*/ 203200 w 5334000"/>
              <a:gd name="connsiteY6" fmla="*/ 4165600 h 4165600"/>
              <a:gd name="connisteX7" fmla="*/ 0 w 5334000"/>
              <a:gd name="connsiteY7" fmla="*/ 3962400 h 4165600"/>
              <a:gd name="connisteX8" fmla="*/ 0 w 53340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962400"/>
                </a:lnTo>
                <a:cubicBezTo>
                  <a:pt x="5334000" y="4074624"/>
                  <a:pt x="5243024" y="4165600"/>
                  <a:pt x="51308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553200" y="2641600"/>
            <a:ext cx="47244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41910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41910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4343400" y="1676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4343400" y="2184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1910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343400" y="34036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343400" y="39116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41910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43434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43434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4_10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idx="16390" hasCustomPrompt="1"/>
            <p:custDataLst>
              <p:tags r:id="rId3"/>
            </p:custDataLst>
          </p:nvPr>
        </p:nvSpPr>
        <p:spPr>
          <a:xfrm>
            <a:off x="609600" y="1955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489200" y="18542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2489200" y="2362200"/>
            <a:ext cx="9093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1" hasCustomPrompt="1"/>
            <p:custDataLst>
              <p:tags r:id="rId6"/>
            </p:custDataLst>
          </p:nvPr>
        </p:nvSpPr>
        <p:spPr>
          <a:xfrm>
            <a:off x="609600" y="42926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2489200" y="41910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2489200" y="4699000"/>
            <a:ext cx="9093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8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 hasCustomPrompt="1"/>
            <p:custDataLst>
              <p:tags r:id="rId3"/>
            </p:custDataLst>
          </p:nvPr>
        </p:nvSpPr>
        <p:spPr>
          <a:xfrm>
            <a:off x="4330700" y="2184400"/>
            <a:ext cx="3530600" cy="3530600"/>
          </a:xfrm>
          <a:custGeom>
            <a:avLst/>
            <a:gdLst>
              <a:gd name="connisteX0" fmla="*/ 1765300 w 3530600"/>
              <a:gd name="connsiteY0" fmla="*/ 25400 h 3530600"/>
              <a:gd name="connisteX1" fmla="*/ 25400 w 3530600"/>
              <a:gd name="connsiteY1" fmla="*/ 1765300 h 3530600"/>
              <a:gd name="connisteX2" fmla="*/ 1765300 w 3530600"/>
              <a:gd name="connsiteY2" fmla="*/ 3505200 h 3530600"/>
              <a:gd name="connisteX3" fmla="*/ 3505200 w 3530600"/>
              <a:gd name="connsiteY3" fmla="*/ 1765300 h 3530600"/>
              <a:gd name="connisteX4" fmla="*/ 1765300 w 3530600"/>
              <a:gd name="connsiteY4" fmla="*/ 25400 h 3530600"/>
              <a:gd name="connisteX5" fmla="*/ 0 w 3530600"/>
              <a:gd name="connsiteY5" fmla="*/ 1765300 h 3530600"/>
              <a:gd name="connisteX6" fmla="*/ 1765300 w 3530600"/>
              <a:gd name="connsiteY6" fmla="*/ 0 h 3530600"/>
              <a:gd name="connisteX7" fmla="*/ 3530600 w 3530600"/>
              <a:gd name="connsiteY7" fmla="*/ 1765300 h 3530600"/>
              <a:gd name="connisteX8" fmla="*/ 1765300 w 3530600"/>
              <a:gd name="connsiteY8" fmla="*/ 3530600 h 3530600"/>
              <a:gd name="connisteX9" fmla="*/ 0 w 3530600"/>
              <a:gd name="connsiteY9" fmla="*/ 1765300 h 3530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</a:cxnLst>
            <a:pathLst>
              <a:path w="3530600" h="3530600">
                <a:moveTo>
                  <a:pt x="1765300" y="25400"/>
                </a:moveTo>
                <a:cubicBezTo>
                  <a:pt x="804380" y="25400"/>
                  <a:pt x="25400" y="804380"/>
                  <a:pt x="25400" y="1765300"/>
                </a:cubicBezTo>
                <a:cubicBezTo>
                  <a:pt x="25400" y="2726220"/>
                  <a:pt x="804380" y="3505200"/>
                  <a:pt x="1765300" y="3505200"/>
                </a:cubicBezTo>
                <a:cubicBezTo>
                  <a:pt x="2726220" y="3505200"/>
                  <a:pt x="3505200" y="2726220"/>
                  <a:pt x="3505200" y="1765300"/>
                </a:cubicBezTo>
                <a:cubicBezTo>
                  <a:pt x="3505200" y="804380"/>
                  <a:pt x="2726220" y="25400"/>
                  <a:pt x="1765300" y="25400"/>
                </a:cubicBezTo>
                <a:moveTo>
                  <a:pt x="0" y="1765300"/>
                </a:moveTo>
                <a:cubicBezTo>
                  <a:pt x="0" y="790351"/>
                  <a:pt x="790351" y="0"/>
                  <a:pt x="1765300" y="0"/>
                </a:cubicBezTo>
                <a:cubicBezTo>
                  <a:pt x="2740254" y="0"/>
                  <a:pt x="3530600" y="790351"/>
                  <a:pt x="3530600" y="1765300"/>
                </a:cubicBezTo>
                <a:cubicBezTo>
                  <a:pt x="3530600" y="2740254"/>
                  <a:pt x="2740254" y="3530600"/>
                  <a:pt x="1765300" y="3530600"/>
                </a:cubicBezTo>
                <a:cubicBezTo>
                  <a:pt x="790351" y="3530600"/>
                  <a:pt x="0" y="2740254"/>
                  <a:pt x="0" y="1765300"/>
                </a:cubicBezTo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 hasCustomPrompt="1"/>
            <p:custDataLst>
              <p:tags r:id="rId4"/>
            </p:custDataLst>
          </p:nvPr>
        </p:nvSpPr>
        <p:spPr>
          <a:xfrm>
            <a:off x="3873500" y="1727200"/>
            <a:ext cx="4445000" cy="4445000"/>
          </a:xfrm>
          <a:custGeom>
            <a:avLst/>
            <a:gdLst>
              <a:gd name="connisteX0" fmla="*/ 2222500 w 4445000"/>
              <a:gd name="connsiteY0" fmla="*/ 25400 h 4445000"/>
              <a:gd name="connisteX1" fmla="*/ 25400 w 4445000"/>
              <a:gd name="connsiteY1" fmla="*/ 2222500 h 4445000"/>
              <a:gd name="connisteX2" fmla="*/ 2222500 w 4445000"/>
              <a:gd name="connsiteY2" fmla="*/ 4419600 h 4445000"/>
              <a:gd name="connisteX3" fmla="*/ 4419600 w 4445000"/>
              <a:gd name="connsiteY3" fmla="*/ 2222500 h 4445000"/>
              <a:gd name="connisteX4" fmla="*/ 2222500 w 4445000"/>
              <a:gd name="connsiteY4" fmla="*/ 25400 h 4445000"/>
              <a:gd name="connisteX5" fmla="*/ 0 w 4445000"/>
              <a:gd name="connsiteY5" fmla="*/ 2222500 h 4445000"/>
              <a:gd name="connisteX6" fmla="*/ 2222500 w 4445000"/>
              <a:gd name="connsiteY6" fmla="*/ 0 h 4445000"/>
              <a:gd name="connisteX7" fmla="*/ 4445000 w 4445000"/>
              <a:gd name="connsiteY7" fmla="*/ 2222500 h 4445000"/>
              <a:gd name="connisteX8" fmla="*/ 2222500 w 4445000"/>
              <a:gd name="connsiteY8" fmla="*/ 4445000 h 4445000"/>
              <a:gd name="connisteX9" fmla="*/ 0 w 4445000"/>
              <a:gd name="connsiteY9" fmla="*/ 2222500 h 4445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</a:cxnLst>
            <a:pathLst>
              <a:path w="4445000" h="4445000">
                <a:moveTo>
                  <a:pt x="2222500" y="25400"/>
                </a:moveTo>
                <a:cubicBezTo>
                  <a:pt x="1009075" y="25400"/>
                  <a:pt x="25400" y="1009075"/>
                  <a:pt x="25400" y="2222500"/>
                </a:cubicBezTo>
                <a:cubicBezTo>
                  <a:pt x="25400" y="3435922"/>
                  <a:pt x="1009075" y="4419600"/>
                  <a:pt x="2222500" y="4419600"/>
                </a:cubicBezTo>
                <a:cubicBezTo>
                  <a:pt x="3435922" y="4419600"/>
                  <a:pt x="4419600" y="3435922"/>
                  <a:pt x="4419600" y="2222500"/>
                </a:cubicBezTo>
                <a:cubicBezTo>
                  <a:pt x="4419600" y="1009075"/>
                  <a:pt x="3435922" y="25400"/>
                  <a:pt x="2222500" y="25400"/>
                </a:cubicBezTo>
                <a:moveTo>
                  <a:pt x="0" y="2222500"/>
                </a:moveTo>
                <a:cubicBezTo>
                  <a:pt x="0" y="995048"/>
                  <a:pt x="995048" y="0"/>
                  <a:pt x="2222500" y="0"/>
                </a:cubicBezTo>
                <a:cubicBezTo>
                  <a:pt x="3449955" y="0"/>
                  <a:pt x="4445000" y="995048"/>
                  <a:pt x="4445000" y="2222500"/>
                </a:cubicBezTo>
                <a:cubicBezTo>
                  <a:pt x="4445000" y="3449955"/>
                  <a:pt x="3449955" y="4445000"/>
                  <a:pt x="2222500" y="4445000"/>
                </a:cubicBezTo>
                <a:cubicBezTo>
                  <a:pt x="995048" y="4445000"/>
                  <a:pt x="0" y="3449955"/>
                  <a:pt x="0" y="2222500"/>
                </a:cubicBezTo>
              </a:path>
            </a:pathLst>
          </a:custGeom>
          <a:solidFill>
            <a:schemeClr val="accent1">
              <a:alpha val="4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5054071" y="3543300"/>
            <a:ext cx="2083858" cy="812800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7442200" y="33401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图片占位符 11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7726680" y="36245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8966200" y="3035300"/>
            <a:ext cx="2616200" cy="18288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3530600" y="33401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3" hasCustomPrompt="1"/>
            <p:custDataLst>
              <p:tags r:id="rId10"/>
            </p:custDataLst>
          </p:nvPr>
        </p:nvSpPr>
        <p:spPr>
          <a:xfrm>
            <a:off x="3815080" y="3624580"/>
            <a:ext cx="650240" cy="6502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09600" y="3035300"/>
            <a:ext cx="2616200" cy="1828800"/>
          </a:xfrm>
          <a:noFill/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6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5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310005" y="2241868"/>
            <a:ext cx="1276350" cy="2374265"/>
          </a:xfrm>
        </p:spPr>
        <p:txBody>
          <a:bodyPr vert="eaVert" wrap="square" anchor="b">
            <a:normAutofit/>
          </a:bodyPr>
          <a:lstStyle>
            <a:lvl1pPr algn="ctr">
              <a:defRPr kumimoji="0" lang="zh-CN" altLang="en-US" sz="6000" b="0" i="0" u="none" strike="noStrike" kern="1200" cap="none" spc="0" normalizeH="0" baseline="0" noProof="1" dirty="0">
                <a:solidFill>
                  <a:schemeClr val="accent1"/>
                </a:solidFill>
                <a:effectLst/>
                <a:latin typeface="+mj-lt"/>
                <a:ea typeface="+mj-ea"/>
                <a:cs typeface="黑体" panose="02010609060101010101" charset="-122"/>
                <a:sym typeface="黑体" panose="02010609060101010101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图片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 b="31694"/>
          <a:stretch>
            <a:fillRect/>
          </a:stretch>
        </p:blipFill>
        <p:spPr>
          <a:xfrm>
            <a:off x="635" y="2121535"/>
            <a:ext cx="12191365" cy="47244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51" h="10800">
                <a:moveTo>
                  <a:pt x="0" y="0"/>
                </a:moveTo>
                <a:lnTo>
                  <a:pt x="19251" y="0"/>
                </a:lnTo>
                <a:lnTo>
                  <a:pt x="1925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 userDrawn="1"/>
        </p:nvSpPr>
        <p:spPr>
          <a:xfrm>
            <a:off x="635" y="0"/>
            <a:ext cx="12190730" cy="31235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请在此输入您的副标题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b="1099"/>
          <a:stretch>
            <a:fillRect/>
          </a:stretch>
        </p:blipFill>
        <p:spPr>
          <a:xfrm>
            <a:off x="-12700" y="0"/>
            <a:ext cx="1222438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51" h="10800">
                <a:moveTo>
                  <a:pt x="0" y="0"/>
                </a:moveTo>
                <a:lnTo>
                  <a:pt x="19251" y="0"/>
                </a:lnTo>
                <a:lnTo>
                  <a:pt x="1925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日期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145771" y="1981200"/>
            <a:ext cx="7875058" cy="457200"/>
          </a:xfrm>
          <a:noFill/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193834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1903677" y="2489200"/>
            <a:ext cx="8384646" cy="1879600"/>
          </a:xfrm>
          <a:noFill/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1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19" name="署名占位符 10"/>
          <p:cNvSpPr>
            <a:spLocks noGrp="1"/>
          </p:cNvSpPr>
          <p:nvPr>
            <p:ph type="body" sz="quarter" idx="16387" hasCustomPrompt="1"/>
            <p:custDataLst>
              <p:tags r:id="rId6"/>
            </p:custDataLst>
          </p:nvPr>
        </p:nvSpPr>
        <p:spPr>
          <a:xfrm>
            <a:off x="4812771" y="4419600"/>
            <a:ext cx="2541058" cy="5334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b="20604"/>
          <a:stretch>
            <a:fillRect/>
          </a:stretch>
        </p:blipFill>
        <p:spPr>
          <a:xfrm>
            <a:off x="0" y="1352550"/>
            <a:ext cx="12192000" cy="54908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51" h="10800">
                <a:moveTo>
                  <a:pt x="0" y="0"/>
                </a:moveTo>
                <a:lnTo>
                  <a:pt x="19251" y="0"/>
                </a:lnTo>
                <a:lnTo>
                  <a:pt x="1925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26917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 idx="16385" hasCustomPrompt="1"/>
            <p:custDataLst>
              <p:tags r:id="rId4"/>
            </p:custDataLst>
          </p:nvPr>
        </p:nvSpPr>
        <p:spPr>
          <a:xfrm>
            <a:off x="1903942" y="3530600"/>
            <a:ext cx="8384117" cy="1524000"/>
          </a:xfrm>
          <a:noFill/>
        </p:spPr>
        <p:txBody>
          <a:bodyPr vert="horz" lIns="0" tIns="0" rIns="0" bIns="0" anchor="t" anchorCtr="0">
            <a:normAutofit/>
          </a:bodyPr>
          <a:lstStyle>
            <a:lvl1pPr marL="0" indent="0" algn="ctr"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5332413" y="1905000"/>
            <a:ext cx="1527175" cy="1524000"/>
          </a:xfrm>
          <a:noFill/>
        </p:spPr>
        <p:txBody>
          <a:bodyPr vert="horz" wrap="none" lIns="0" tIns="0" rIns="0" bIns="0" anchor="ctr" anchorCtr="0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rgbClr val="193834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b="1099"/>
          <a:stretch>
            <a:fillRect/>
          </a:stretch>
        </p:blipFill>
        <p:spPr>
          <a:xfrm>
            <a:off x="-12700" y="0"/>
            <a:ext cx="1222438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51" h="10800">
                <a:moveTo>
                  <a:pt x="0" y="0"/>
                </a:moveTo>
                <a:lnTo>
                  <a:pt x="19251" y="0"/>
                </a:lnTo>
                <a:lnTo>
                  <a:pt x="1925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0" name="副标题 9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3364089" y="3175000"/>
            <a:ext cx="5451122" cy="1016000"/>
          </a:xfrm>
          <a:noFill/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782630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ctrTitle" idx="17826049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319883777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319883522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5144601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319949313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319949058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511553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20014849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20014594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77089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80385" hasCustomPrompt="1"/>
            <p:custDataLst>
              <p:tags r:id="rId13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80130" hasCustomPrompt="1"/>
            <p:custDataLst>
              <p:tags r:id="rId14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642625" hasCustomPrompt="1"/>
            <p:custDataLst>
              <p:tags r:id="rId15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2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7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1336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9296400" y="157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296400" y="21336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411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46736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9296400" y="411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9296400" y="4673600"/>
            <a:ext cx="2286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2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6" hasCustomPrompt="1"/>
            <p:custDataLst>
              <p:tags r:id="rId3"/>
            </p:custDataLst>
          </p:nvPr>
        </p:nvSpPr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203200 h 4724400"/>
              <a:gd name="connisteX1" fmla="*/ 203200 w 4038600"/>
              <a:gd name="connsiteY1" fmla="*/ 0 h 4724400"/>
              <a:gd name="connisteX2" fmla="*/ 3835400 w 4038600"/>
              <a:gd name="connsiteY2" fmla="*/ 0 h 4724400"/>
              <a:gd name="connisteX3" fmla="*/ 4038600 w 4038600"/>
              <a:gd name="connsiteY3" fmla="*/ 203200 h 4724400"/>
              <a:gd name="connisteX4" fmla="*/ 4038600 w 4038600"/>
              <a:gd name="connsiteY4" fmla="*/ 4521200 h 4724400"/>
              <a:gd name="connisteX5" fmla="*/ 3835400 w 4038600"/>
              <a:gd name="connsiteY5" fmla="*/ 4724400 h 4724400"/>
              <a:gd name="connisteX6" fmla="*/ 203200 w 4038600"/>
              <a:gd name="connsiteY6" fmla="*/ 4724400 h 4724400"/>
              <a:gd name="connisteX7" fmla="*/ 0 w 4038600"/>
              <a:gd name="connsiteY7" fmla="*/ 4521200 h 4724400"/>
              <a:gd name="connisteX8" fmla="*/ 0 w 4038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5105400" y="157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5105400" y="213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7416800" y="157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7416800" y="213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9728200" y="157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9728200" y="213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5105400" y="411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5105400" y="467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416800" y="411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7416800" y="467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3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6398" hasCustomPrompt="1"/>
            <p:custDataLst>
              <p:tags r:id="rId3"/>
            </p:custDataLst>
          </p:nvPr>
        </p:nvSpPr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203200 h 4724400"/>
              <a:gd name="connisteX1" fmla="*/ 203200 w 4038600"/>
              <a:gd name="connsiteY1" fmla="*/ 0 h 4724400"/>
              <a:gd name="connisteX2" fmla="*/ 3835400 w 4038600"/>
              <a:gd name="connsiteY2" fmla="*/ 0 h 4724400"/>
              <a:gd name="connisteX3" fmla="*/ 4038600 w 4038600"/>
              <a:gd name="connsiteY3" fmla="*/ 203200 h 4724400"/>
              <a:gd name="connisteX4" fmla="*/ 4038600 w 4038600"/>
              <a:gd name="connsiteY4" fmla="*/ 4521200 h 4724400"/>
              <a:gd name="connisteX5" fmla="*/ 3835400 w 4038600"/>
              <a:gd name="connsiteY5" fmla="*/ 4724400 h 4724400"/>
              <a:gd name="connisteX6" fmla="*/ 203200 w 4038600"/>
              <a:gd name="connsiteY6" fmla="*/ 4724400 h 4724400"/>
              <a:gd name="connisteX7" fmla="*/ 0 w 4038600"/>
              <a:gd name="connsiteY7" fmla="*/ 4521200 h 4724400"/>
              <a:gd name="connisteX8" fmla="*/ 0 w 4038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5105400" y="157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5105400" y="213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7416800" y="157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7416800" y="213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9728200" y="157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9728200" y="213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5105400" y="411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5105400" y="467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416800" y="411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7416800" y="467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9728200" y="411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7" hasCustomPrompt="1"/>
            <p:custDataLst>
              <p:tags r:id="rId15"/>
            </p:custDataLst>
          </p:nvPr>
        </p:nvSpPr>
        <p:spPr>
          <a:xfrm>
            <a:off x="9728200" y="467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620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620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2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609600" y="15240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装饰  7"/>
          <p:cNvSpPr>
            <a:spLocks noGrp="1"/>
          </p:cNvSpPr>
          <p:nvPr>
            <p:ph type="body" idx="16395" hasCustomPrompt="1"/>
            <p:custDataLst>
              <p:tags r:id="rId4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2164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4724400"/>
            <a:ext cx="2133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装饰  0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35052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3657600" y="42164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3657600" y="4724400"/>
            <a:ext cx="2133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7" name="装饰  3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64008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8" name="文本占位符 27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6553200" y="42164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6553200" y="4724400"/>
            <a:ext cx="2133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0" name="装饰  6"/>
          <p:cNvSpPr>
            <a:spLocks noGrp="1"/>
          </p:cNvSpPr>
          <p:nvPr>
            <p:ph type="body" idx="16398" hasCustomPrompt="1"/>
            <p:custDataLst>
              <p:tags r:id="rId13"/>
            </p:custDataLst>
          </p:nvPr>
        </p:nvSpPr>
        <p:spPr>
          <a:xfrm>
            <a:off x="92964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1" name="文本占位符 30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9448800" y="42164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2" name="文本占位符 31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448800" y="4724400"/>
            <a:ext cx="2133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4704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228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228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83312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4836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4836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4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装饰  7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826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4008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553200" y="4826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段文本-1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219200" y="2590800"/>
            <a:ext cx="9753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219200" y="3352800"/>
            <a:ext cx="9753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88" hasCustomPrompt="1"/>
            <p:custDataLst>
              <p:tags r:id="rId3"/>
            </p:custDataLst>
          </p:nvPr>
        </p:nvSpPr>
        <p:spPr>
          <a:xfrm>
            <a:off x="609600" y="1524000"/>
            <a:ext cx="10972800" cy="3454400"/>
          </a:xfrm>
          <a:custGeom>
            <a:avLst/>
            <a:gdLst>
              <a:gd name="connisteX0" fmla="*/ 0 w 10972800"/>
              <a:gd name="connsiteY0" fmla="*/ 203200 h 3454400"/>
              <a:gd name="connisteX1" fmla="*/ 203200 w 10972800"/>
              <a:gd name="connsiteY1" fmla="*/ 0 h 3454400"/>
              <a:gd name="connisteX2" fmla="*/ 10769600 w 10972800"/>
              <a:gd name="connsiteY2" fmla="*/ 0 h 3454400"/>
              <a:gd name="connisteX3" fmla="*/ 10972800 w 10972800"/>
              <a:gd name="connsiteY3" fmla="*/ 203200 h 3454400"/>
              <a:gd name="connisteX4" fmla="*/ 10972800 w 10972800"/>
              <a:gd name="connsiteY4" fmla="*/ 3251200 h 3454400"/>
              <a:gd name="connisteX5" fmla="*/ 10769600 w 10972800"/>
              <a:gd name="connsiteY5" fmla="*/ 3454400 h 3454400"/>
              <a:gd name="connisteX6" fmla="*/ 203200 w 10972800"/>
              <a:gd name="connsiteY6" fmla="*/ 3454400 h 3454400"/>
              <a:gd name="connisteX7" fmla="*/ 0 w 10972800"/>
              <a:gd name="connsiteY7" fmla="*/ 3251200 h 3454400"/>
              <a:gd name="connisteX8" fmla="*/ 0 w 10972800"/>
              <a:gd name="connsiteY8" fmla="*/ 203200 h 345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45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251200"/>
                </a:lnTo>
                <a:cubicBezTo>
                  <a:pt x="10972800" y="3363424"/>
                  <a:pt x="10881824" y="3454400"/>
                  <a:pt x="10769600" y="3454400"/>
                </a:cubicBezTo>
                <a:lnTo>
                  <a:pt x="203200" y="3454400"/>
                </a:lnTo>
                <a:cubicBezTo>
                  <a:pt x="90976" y="3454400"/>
                  <a:pt x="0" y="3363424"/>
                  <a:pt x="0" y="325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7"/>
          <p:cNvSpPr>
            <a:spLocks noGrp="1"/>
          </p:cNvSpPr>
          <p:nvPr>
            <p:ph type="body" idx="16389" hasCustomPrompt="1"/>
            <p:custDataLst>
              <p:tags r:id="rId4"/>
            </p:custDataLst>
          </p:nvPr>
        </p:nvSpPr>
        <p:spPr>
          <a:xfrm>
            <a:off x="609600" y="5435600"/>
            <a:ext cx="50800" cy="812800"/>
          </a:xfrm>
          <a:custGeom>
            <a:avLst/>
            <a:gdLst>
              <a:gd name="connisteX0" fmla="*/ 0 w 50800"/>
              <a:gd name="connsiteY0" fmla="*/ 25400 h 812800"/>
              <a:gd name="connisteX1" fmla="*/ 25400 w 50800"/>
              <a:gd name="connsiteY1" fmla="*/ 0 h 812800"/>
              <a:gd name="connisteX2" fmla="*/ 25400 w 50800"/>
              <a:gd name="connsiteY2" fmla="*/ 0 h 812800"/>
              <a:gd name="connisteX3" fmla="*/ 50800 w 50800"/>
              <a:gd name="connsiteY3" fmla="*/ 25400 h 812800"/>
              <a:gd name="connisteX4" fmla="*/ 50800 w 50800"/>
              <a:gd name="connsiteY4" fmla="*/ 787400 h 812800"/>
              <a:gd name="connisteX5" fmla="*/ 25400 w 50800"/>
              <a:gd name="connsiteY5" fmla="*/ 812800 h 812800"/>
              <a:gd name="connisteX6" fmla="*/ 25400 w 50800"/>
              <a:gd name="connsiteY6" fmla="*/ 812800 h 812800"/>
              <a:gd name="connisteX7" fmla="*/ 0 w 50800"/>
              <a:gd name="connsiteY7" fmla="*/ 787400 h 812800"/>
              <a:gd name="connisteX8" fmla="*/ 0 w 50800"/>
              <a:gd name="connsiteY8" fmla="*/ 254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812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787400"/>
                </a:lnTo>
                <a:cubicBezTo>
                  <a:pt x="50800" y="801428"/>
                  <a:pt x="39428" y="812800"/>
                  <a:pt x="25400" y="812800"/>
                </a:cubicBezTo>
                <a:lnTo>
                  <a:pt x="25400" y="812800"/>
                </a:lnTo>
                <a:cubicBezTo>
                  <a:pt x="11372" y="812800"/>
                  <a:pt x="0" y="801428"/>
                  <a:pt x="0" y="787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54356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943600"/>
            <a:ext cx="10820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2184400"/>
          </a:xfrm>
          <a:custGeom>
            <a:avLst/>
            <a:gdLst>
              <a:gd name="connisteX0" fmla="*/ 0 w 10972800"/>
              <a:gd name="connsiteY0" fmla="*/ 203200 h 2184400"/>
              <a:gd name="connisteX1" fmla="*/ 203200 w 10972800"/>
              <a:gd name="connsiteY1" fmla="*/ 0 h 2184400"/>
              <a:gd name="connisteX2" fmla="*/ 10769600 w 10972800"/>
              <a:gd name="connsiteY2" fmla="*/ 0 h 2184400"/>
              <a:gd name="connisteX3" fmla="*/ 10972800 w 10972800"/>
              <a:gd name="connsiteY3" fmla="*/ 203200 h 2184400"/>
              <a:gd name="connisteX4" fmla="*/ 10972800 w 10972800"/>
              <a:gd name="connsiteY4" fmla="*/ 1981200 h 2184400"/>
              <a:gd name="connisteX5" fmla="*/ 10769600 w 10972800"/>
              <a:gd name="connsiteY5" fmla="*/ 2184400 h 2184400"/>
              <a:gd name="connisteX6" fmla="*/ 203200 w 10972800"/>
              <a:gd name="connsiteY6" fmla="*/ 2184400 h 2184400"/>
              <a:gd name="connisteX7" fmla="*/ 0 w 10972800"/>
              <a:gd name="connsiteY7" fmla="*/ 1981200 h 2184400"/>
              <a:gd name="connisteX8" fmla="*/ 0 w 10972800"/>
              <a:gd name="connsiteY8" fmla="*/ 203200 h 218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18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981200"/>
                </a:lnTo>
                <a:cubicBezTo>
                  <a:pt x="10972800" y="2093424"/>
                  <a:pt x="10881824" y="2184400"/>
                  <a:pt x="10769600" y="2184400"/>
                </a:cubicBezTo>
                <a:lnTo>
                  <a:pt x="203200" y="2184400"/>
                </a:lnTo>
                <a:cubicBezTo>
                  <a:pt x="90976" y="2184400"/>
                  <a:pt x="0" y="2093424"/>
                  <a:pt x="0" y="198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4704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3312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83312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10972800" cy="2794000"/>
          </a:xfrm>
          <a:custGeom>
            <a:avLst/>
            <a:gdLst>
              <a:gd name="connisteX0" fmla="*/ 0 w 10972800"/>
              <a:gd name="connsiteY0" fmla="*/ 203200 h 2794000"/>
              <a:gd name="connisteX1" fmla="*/ 203200 w 10972800"/>
              <a:gd name="connsiteY1" fmla="*/ 0 h 2794000"/>
              <a:gd name="connisteX2" fmla="*/ 10769600 w 10972800"/>
              <a:gd name="connsiteY2" fmla="*/ 0 h 2794000"/>
              <a:gd name="connisteX3" fmla="*/ 10972800 w 10972800"/>
              <a:gd name="connsiteY3" fmla="*/ 203200 h 2794000"/>
              <a:gd name="connisteX4" fmla="*/ 10972800 w 10972800"/>
              <a:gd name="connsiteY4" fmla="*/ 2590800 h 2794000"/>
              <a:gd name="connisteX5" fmla="*/ 10769600 w 10972800"/>
              <a:gd name="connsiteY5" fmla="*/ 2794000 h 2794000"/>
              <a:gd name="connisteX6" fmla="*/ 203200 w 10972800"/>
              <a:gd name="connsiteY6" fmla="*/ 2794000 h 2794000"/>
              <a:gd name="connisteX7" fmla="*/ 0 w 10972800"/>
              <a:gd name="connsiteY7" fmla="*/ 2590800 h 2794000"/>
              <a:gd name="connisteX8" fmla="*/ 0 w 10972800"/>
              <a:gd name="connsiteY8" fmla="*/ 203200 h 279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794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590800"/>
                </a:lnTo>
                <a:cubicBezTo>
                  <a:pt x="10972800" y="2703024"/>
                  <a:pt x="10881824" y="2794000"/>
                  <a:pt x="10769600" y="2794000"/>
                </a:cubicBezTo>
                <a:lnTo>
                  <a:pt x="203200" y="2794000"/>
                </a:lnTo>
                <a:cubicBezTo>
                  <a:pt x="90976" y="2794000"/>
                  <a:pt x="0" y="2703024"/>
                  <a:pt x="0" y="2590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775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3340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400800" y="4775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400800" y="53340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6388" hasCustomPrompt="1"/>
            <p:custDataLst>
              <p:tags r:id="rId3"/>
            </p:custDataLst>
          </p:nvPr>
        </p:nvSpPr>
        <p:spPr>
          <a:xfrm>
            <a:off x="609600" y="1524000"/>
            <a:ext cx="10972800" cy="3403600"/>
          </a:xfrm>
          <a:custGeom>
            <a:avLst/>
            <a:gdLst>
              <a:gd name="connisteX0" fmla="*/ 0 w 10972800"/>
              <a:gd name="connsiteY0" fmla="*/ 203200 h 3403600"/>
              <a:gd name="connisteX1" fmla="*/ 203200 w 10972800"/>
              <a:gd name="connsiteY1" fmla="*/ 0 h 3403600"/>
              <a:gd name="connisteX2" fmla="*/ 10769600 w 10972800"/>
              <a:gd name="connsiteY2" fmla="*/ 0 h 3403600"/>
              <a:gd name="connisteX3" fmla="*/ 10972800 w 10972800"/>
              <a:gd name="connsiteY3" fmla="*/ 203200 h 3403600"/>
              <a:gd name="connisteX4" fmla="*/ 10972800 w 10972800"/>
              <a:gd name="connsiteY4" fmla="*/ 3200400 h 3403600"/>
              <a:gd name="connisteX5" fmla="*/ 10769600 w 10972800"/>
              <a:gd name="connsiteY5" fmla="*/ 3403600 h 3403600"/>
              <a:gd name="connisteX6" fmla="*/ 203200 w 10972800"/>
              <a:gd name="connsiteY6" fmla="*/ 3403600 h 3403600"/>
              <a:gd name="connisteX7" fmla="*/ 0 w 10972800"/>
              <a:gd name="connsiteY7" fmla="*/ 3200400 h 3403600"/>
              <a:gd name="connisteX8" fmla="*/ 0 w 10972800"/>
              <a:gd name="connsiteY8" fmla="*/ 203200 h 340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403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200400"/>
                </a:lnTo>
                <a:cubicBezTo>
                  <a:pt x="10972800" y="3312624"/>
                  <a:pt x="10881824" y="3403600"/>
                  <a:pt x="10769600" y="3403600"/>
                </a:cubicBezTo>
                <a:lnTo>
                  <a:pt x="203200" y="3403600"/>
                </a:lnTo>
                <a:cubicBezTo>
                  <a:pt x="90976" y="3403600"/>
                  <a:pt x="0" y="3312624"/>
                  <a:pt x="0" y="3200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384800"/>
            <a:ext cx="1097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943600"/>
            <a:ext cx="10972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装饰  6"/>
          <p:cNvSpPr>
            <a:spLocks noGrp="1"/>
          </p:cNvSpPr>
          <p:nvPr>
            <p:ph type="body" idx="16390" hasCustomPrompt="1"/>
            <p:custDataLst>
              <p:tags r:id="rId3"/>
            </p:custDataLst>
          </p:nvPr>
        </p:nvSpPr>
        <p:spPr>
          <a:xfrm>
            <a:off x="609600" y="2336800"/>
            <a:ext cx="5334000" cy="3098800"/>
          </a:xfrm>
          <a:custGeom>
            <a:avLst/>
            <a:gdLst>
              <a:gd name="connisteX0" fmla="*/ 0 w 5334000"/>
              <a:gd name="connsiteY0" fmla="*/ 203200 h 3098800"/>
              <a:gd name="connisteX1" fmla="*/ 203200 w 5334000"/>
              <a:gd name="connsiteY1" fmla="*/ 0 h 3098800"/>
              <a:gd name="connisteX2" fmla="*/ 5130800 w 5334000"/>
              <a:gd name="connsiteY2" fmla="*/ 0 h 3098800"/>
              <a:gd name="connisteX3" fmla="*/ 5334000 w 5334000"/>
              <a:gd name="connsiteY3" fmla="*/ 203200 h 3098800"/>
              <a:gd name="connisteX4" fmla="*/ 5334000 w 5334000"/>
              <a:gd name="connsiteY4" fmla="*/ 2895600 h 3098800"/>
              <a:gd name="connisteX5" fmla="*/ 5130800 w 5334000"/>
              <a:gd name="connsiteY5" fmla="*/ 3098800 h 3098800"/>
              <a:gd name="connisteX6" fmla="*/ 203200 w 5334000"/>
              <a:gd name="connsiteY6" fmla="*/ 3098800 h 3098800"/>
              <a:gd name="connisteX7" fmla="*/ 0 w 5334000"/>
              <a:gd name="connsiteY7" fmla="*/ 2895600 h 3098800"/>
              <a:gd name="connisteX8" fmla="*/ 0 w 5334000"/>
              <a:gd name="connsiteY8" fmla="*/ 203200 h 309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09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895600"/>
                </a:lnTo>
                <a:cubicBezTo>
                  <a:pt x="5334000" y="3007824"/>
                  <a:pt x="5243024" y="3098800"/>
                  <a:pt x="5130800" y="3098800"/>
                </a:cubicBezTo>
                <a:lnTo>
                  <a:pt x="203200" y="3098800"/>
                </a:lnTo>
                <a:cubicBezTo>
                  <a:pt x="90976" y="3098800"/>
                  <a:pt x="0" y="3007824"/>
                  <a:pt x="0" y="289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3302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5" name="装饰  9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6248400" y="2336800"/>
            <a:ext cx="5334000" cy="3098800"/>
          </a:xfrm>
          <a:custGeom>
            <a:avLst/>
            <a:gdLst>
              <a:gd name="connisteX0" fmla="*/ 0 w 5334000"/>
              <a:gd name="connsiteY0" fmla="*/ 203200 h 3098800"/>
              <a:gd name="connisteX1" fmla="*/ 203200 w 5334000"/>
              <a:gd name="connsiteY1" fmla="*/ 0 h 3098800"/>
              <a:gd name="connisteX2" fmla="*/ 5130800 w 5334000"/>
              <a:gd name="connsiteY2" fmla="*/ 0 h 3098800"/>
              <a:gd name="connisteX3" fmla="*/ 5334000 w 5334000"/>
              <a:gd name="connsiteY3" fmla="*/ 203200 h 3098800"/>
              <a:gd name="connisteX4" fmla="*/ 5334000 w 5334000"/>
              <a:gd name="connsiteY4" fmla="*/ 2895600 h 3098800"/>
              <a:gd name="connisteX5" fmla="*/ 5130800 w 5334000"/>
              <a:gd name="connsiteY5" fmla="*/ 3098800 h 3098800"/>
              <a:gd name="connisteX6" fmla="*/ 203200 w 5334000"/>
              <a:gd name="connsiteY6" fmla="*/ 3098800 h 3098800"/>
              <a:gd name="connisteX7" fmla="*/ 0 w 5334000"/>
              <a:gd name="connsiteY7" fmla="*/ 2895600 h 3098800"/>
              <a:gd name="connisteX8" fmla="*/ 0 w 5334000"/>
              <a:gd name="connsiteY8" fmla="*/ 203200 h 309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09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895600"/>
                </a:lnTo>
                <a:cubicBezTo>
                  <a:pt x="5334000" y="3007824"/>
                  <a:pt x="5243024" y="3098800"/>
                  <a:pt x="5130800" y="3098800"/>
                </a:cubicBezTo>
                <a:lnTo>
                  <a:pt x="203200" y="3098800"/>
                </a:lnTo>
                <a:cubicBezTo>
                  <a:pt x="90976" y="3098800"/>
                  <a:pt x="0" y="3007824"/>
                  <a:pt x="0" y="289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6553200" y="3302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6553200" y="3860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88" hasCustomPrompt="1"/>
            <p:custDataLst>
              <p:tags r:id="rId3"/>
            </p:custDataLst>
          </p:nvPr>
        </p:nvSpPr>
        <p:spPr>
          <a:xfrm>
            <a:off x="609600" y="2336800"/>
            <a:ext cx="10972800" cy="3098800"/>
          </a:xfrm>
          <a:custGeom>
            <a:avLst/>
            <a:gdLst>
              <a:gd name="connisteX0" fmla="*/ 0 w 10972800"/>
              <a:gd name="connsiteY0" fmla="*/ 203200 h 3098800"/>
              <a:gd name="connisteX1" fmla="*/ 203200 w 10972800"/>
              <a:gd name="connsiteY1" fmla="*/ 0 h 3098800"/>
              <a:gd name="connisteX2" fmla="*/ 10769600 w 10972800"/>
              <a:gd name="connsiteY2" fmla="*/ 0 h 3098800"/>
              <a:gd name="connisteX3" fmla="*/ 10972800 w 10972800"/>
              <a:gd name="connsiteY3" fmla="*/ 203200 h 3098800"/>
              <a:gd name="connisteX4" fmla="*/ 10972800 w 10972800"/>
              <a:gd name="connsiteY4" fmla="*/ 2895600 h 3098800"/>
              <a:gd name="connisteX5" fmla="*/ 10769600 w 10972800"/>
              <a:gd name="connsiteY5" fmla="*/ 3098800 h 3098800"/>
              <a:gd name="connisteX6" fmla="*/ 203200 w 10972800"/>
              <a:gd name="connsiteY6" fmla="*/ 3098800 h 3098800"/>
              <a:gd name="connisteX7" fmla="*/ 0 w 10972800"/>
              <a:gd name="connsiteY7" fmla="*/ 2895600 h 3098800"/>
              <a:gd name="connisteX8" fmla="*/ 0 w 10972800"/>
              <a:gd name="connsiteY8" fmla="*/ 203200 h 309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09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895600"/>
                </a:lnTo>
                <a:cubicBezTo>
                  <a:pt x="10972800" y="3007824"/>
                  <a:pt x="10881824" y="3098800"/>
                  <a:pt x="10769600" y="3098800"/>
                </a:cubicBezTo>
                <a:lnTo>
                  <a:pt x="203200" y="3098800"/>
                </a:lnTo>
                <a:cubicBezTo>
                  <a:pt x="90976" y="3098800"/>
                  <a:pt x="0" y="3007824"/>
                  <a:pt x="0" y="289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3302000"/>
            <a:ext cx="1036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860800"/>
            <a:ext cx="1036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图中标下内-装饰上-默认位置-并列-51_32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41402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6388" hasCustomPrompt="1"/>
            <p:custDataLst>
              <p:tags r:id="rId3"/>
            </p:custDataLst>
          </p:nvPr>
        </p:nvSpPr>
        <p:spPr>
          <a:xfrm>
            <a:off x="609600" y="609600"/>
            <a:ext cx="10972800" cy="2997200"/>
          </a:xfrm>
          <a:custGeom>
            <a:avLst/>
            <a:gdLst>
              <a:gd name="connisteX0" fmla="*/ 0 w 10972800"/>
              <a:gd name="connsiteY0" fmla="*/ 203200 h 2997200"/>
              <a:gd name="connisteX1" fmla="*/ 203200 w 10972800"/>
              <a:gd name="connsiteY1" fmla="*/ 0 h 2997200"/>
              <a:gd name="connisteX2" fmla="*/ 10769600 w 10972800"/>
              <a:gd name="connsiteY2" fmla="*/ 0 h 2997200"/>
              <a:gd name="connisteX3" fmla="*/ 10972800 w 10972800"/>
              <a:gd name="connsiteY3" fmla="*/ 203200 h 2997200"/>
              <a:gd name="connisteX4" fmla="*/ 10972800 w 10972800"/>
              <a:gd name="connsiteY4" fmla="*/ 2794000 h 2997200"/>
              <a:gd name="connisteX5" fmla="*/ 10769600 w 10972800"/>
              <a:gd name="connsiteY5" fmla="*/ 2997200 h 2997200"/>
              <a:gd name="connisteX6" fmla="*/ 203200 w 10972800"/>
              <a:gd name="connsiteY6" fmla="*/ 2997200 h 2997200"/>
              <a:gd name="connisteX7" fmla="*/ 0 w 10972800"/>
              <a:gd name="connsiteY7" fmla="*/ 2794000 h 2997200"/>
              <a:gd name="connisteX8" fmla="*/ 0 w 10972800"/>
              <a:gd name="connsiteY8" fmla="*/ 20320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99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794000"/>
                </a:lnTo>
                <a:cubicBezTo>
                  <a:pt x="10972800" y="2906224"/>
                  <a:pt x="10881824" y="2997200"/>
                  <a:pt x="107696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装饰  7"/>
          <p:cNvSpPr>
            <a:spLocks noGrp="1"/>
          </p:cNvSpPr>
          <p:nvPr>
            <p:ph type="body" idx="16389" hasCustomPrompt="1"/>
            <p:custDataLst>
              <p:tags r:id="rId4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51308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638800"/>
            <a:ext cx="1082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装饰  6"/>
          <p:cNvSpPr>
            <a:spLocks noGrp="1"/>
          </p:cNvSpPr>
          <p:nvPr>
            <p:ph type="body" idx="16391" hasCustomPrompt="1"/>
            <p:custDataLst>
              <p:tags r:id="rId3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装饰  7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>
            <a:off x="2514600" y="25146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" name="图片占位符 3"/>
          <p:cNvSpPr>
            <a:spLocks noGrp="1"/>
          </p:cNvSpPr>
          <p:nvPr>
            <p:ph type="pic" idx="16390" hasCustomPrompt="1"/>
            <p:custDataLst>
              <p:tags r:id="rId5"/>
            </p:custDataLst>
          </p:nvPr>
        </p:nvSpPr>
        <p:spPr>
          <a:xfrm>
            <a:off x="2870200" y="28702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1016000" y="43942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1016000" y="4953000"/>
            <a:ext cx="4521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1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装饰  2"/>
          <p:cNvSpPr>
            <a:spLocks noGrp="1"/>
          </p:cNvSpPr>
          <p:nvPr>
            <p:ph type="body" idx="16395" hasCustomPrompt="1"/>
            <p:custDataLst>
              <p:tags r:id="rId9"/>
            </p:custDataLst>
          </p:nvPr>
        </p:nvSpPr>
        <p:spPr>
          <a:xfrm>
            <a:off x="8153400" y="25146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6" name="图片占位符 25"/>
          <p:cNvSpPr>
            <a:spLocks noGrp="1"/>
          </p:cNvSpPr>
          <p:nvPr>
            <p:ph type="pic" idx="16393" hasCustomPrompt="1"/>
            <p:custDataLst>
              <p:tags r:id="rId10"/>
            </p:custDataLst>
          </p:nvPr>
        </p:nvSpPr>
        <p:spPr>
          <a:xfrm>
            <a:off x="8509000" y="28702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7" name="文本占位符 2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654800" y="43942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8" name="文本占位符 2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654800" y="4953000"/>
            <a:ext cx="4521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6388" hasCustomPrompt="1"/>
            <p:custDataLst>
              <p:tags r:id="rId3"/>
            </p:custDataLst>
          </p:nvPr>
        </p:nvSpPr>
        <p:spPr>
          <a:xfrm>
            <a:off x="609600" y="1524000"/>
            <a:ext cx="10972800" cy="3556000"/>
          </a:xfrm>
          <a:custGeom>
            <a:avLst/>
            <a:gdLst>
              <a:gd name="connisteX0" fmla="*/ 0 w 10972800"/>
              <a:gd name="connsiteY0" fmla="*/ 203200 h 3556000"/>
              <a:gd name="connisteX1" fmla="*/ 203200 w 10972800"/>
              <a:gd name="connsiteY1" fmla="*/ 0 h 3556000"/>
              <a:gd name="connisteX2" fmla="*/ 10769600 w 10972800"/>
              <a:gd name="connsiteY2" fmla="*/ 0 h 3556000"/>
              <a:gd name="connisteX3" fmla="*/ 10972800 w 10972800"/>
              <a:gd name="connsiteY3" fmla="*/ 203200 h 3556000"/>
              <a:gd name="connisteX4" fmla="*/ 10972800 w 10972800"/>
              <a:gd name="connsiteY4" fmla="*/ 3352800 h 3556000"/>
              <a:gd name="connisteX5" fmla="*/ 10769600 w 10972800"/>
              <a:gd name="connsiteY5" fmla="*/ 3556000 h 3556000"/>
              <a:gd name="connisteX6" fmla="*/ 203200 w 10972800"/>
              <a:gd name="connsiteY6" fmla="*/ 3556000 h 3556000"/>
              <a:gd name="connisteX7" fmla="*/ 0 w 10972800"/>
              <a:gd name="connsiteY7" fmla="*/ 3352800 h 3556000"/>
              <a:gd name="connisteX8" fmla="*/ 0 w 10972800"/>
              <a:gd name="connsiteY8" fmla="*/ 203200 h 355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55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352800"/>
                </a:lnTo>
                <a:cubicBezTo>
                  <a:pt x="10972800" y="3465024"/>
                  <a:pt x="10881824" y="3556000"/>
                  <a:pt x="10769600" y="3556000"/>
                </a:cubicBezTo>
                <a:lnTo>
                  <a:pt x="203200" y="3556000"/>
                </a:lnTo>
                <a:cubicBezTo>
                  <a:pt x="90976" y="3556000"/>
                  <a:pt x="0" y="3465024"/>
                  <a:pt x="0" y="3352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384800"/>
            <a:ext cx="1097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943600"/>
            <a:ext cx="10972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8" Type="http://schemas.openxmlformats.org/officeDocument/2006/relationships/theme" Target="../theme/theme2.xml"/><Relationship Id="rId57" Type="http://schemas.openxmlformats.org/officeDocument/2006/relationships/tags" Target="../tags/tag389.xml"/><Relationship Id="rId56" Type="http://schemas.openxmlformats.org/officeDocument/2006/relationships/tags" Target="../tags/tag388.xml"/><Relationship Id="rId55" Type="http://schemas.openxmlformats.org/officeDocument/2006/relationships/tags" Target="../tags/tag387.xml"/><Relationship Id="rId54" Type="http://schemas.openxmlformats.org/officeDocument/2006/relationships/tags" Target="../tags/tag386.xml"/><Relationship Id="rId53" Type="http://schemas.openxmlformats.org/officeDocument/2006/relationships/tags" Target="../tags/tag385.xml"/><Relationship Id="rId52" Type="http://schemas.openxmlformats.org/officeDocument/2006/relationships/tags" Target="../tags/tag384.xml"/><Relationship Id="rId51" Type="http://schemas.openxmlformats.org/officeDocument/2006/relationships/tags" Target="../tags/tag383.xml"/><Relationship Id="rId50" Type="http://schemas.openxmlformats.org/officeDocument/2006/relationships/image" Target="../media/image1.png"/><Relationship Id="rId5" Type="http://schemas.openxmlformats.org/officeDocument/2006/relationships/slideLayout" Target="../slideLayouts/slideLayout15.xml"/><Relationship Id="rId49" Type="http://schemas.openxmlformats.org/officeDocument/2006/relationships/tags" Target="../tags/tag382.xml"/><Relationship Id="rId48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57.xml"/><Relationship Id="rId46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55.xml"/><Relationship Id="rId44" Type="http://schemas.openxmlformats.org/officeDocument/2006/relationships/slideLayout" Target="../slideLayouts/slideLayout54.xml"/><Relationship Id="rId43" Type="http://schemas.openxmlformats.org/officeDocument/2006/relationships/slideLayout" Target="../slideLayouts/slideLayout53.xml"/><Relationship Id="rId42" Type="http://schemas.openxmlformats.org/officeDocument/2006/relationships/slideLayout" Target="../slideLayouts/slideLayout52.xml"/><Relationship Id="rId41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14.xml"/><Relationship Id="rId39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1"/>
          <p:cNvPicPr>
            <a:picLocks noChangeAspect="1"/>
          </p:cNvPicPr>
          <p:nvPr userDrawn="1">
            <p:custDataLst>
              <p:tags r:id="rId49"/>
            </p:custDataLst>
          </p:nvPr>
        </p:nvPicPr>
        <p:blipFill>
          <a:blip r:embed="rId50">
            <a:alphaModFix amt="25000"/>
          </a:blip>
          <a:srcRect b="31694"/>
          <a:stretch>
            <a:fillRect/>
          </a:stretch>
        </p:blipFill>
        <p:spPr>
          <a:xfrm>
            <a:off x="635" y="0"/>
            <a:ext cx="12191365" cy="68459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51" h="10800">
                <a:moveTo>
                  <a:pt x="0" y="0"/>
                </a:moveTo>
                <a:lnTo>
                  <a:pt x="19251" y="0"/>
                </a:lnTo>
                <a:lnTo>
                  <a:pt x="1925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5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5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5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1"/>
          </a:solidFill>
          <a:effectLst/>
          <a:uFill>
            <a:solidFill>
              <a:schemeClr val="lt1"/>
            </a:solidFill>
          </a:uFill>
          <a:latin typeface="黑体" panose="02010609060101010101" charset="-122"/>
          <a:ea typeface="黑体" panose="02010609060101010101" charset="-122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b="0" kern="1200" spc="0">
          <a:solidFill>
            <a:schemeClr val="tx2"/>
          </a:solidFill>
          <a:latin typeface="黑体" panose="02010609060101010101" charset="-122"/>
          <a:ea typeface="黑体" panose="02010609060101010101" charset="-122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b="0" kern="1200" spc="0">
          <a:solidFill>
            <a:schemeClr val="tx2"/>
          </a:solidFill>
          <a:latin typeface="黑体" panose="02010609060101010101" charset="-122"/>
          <a:ea typeface="黑体" panose="02010609060101010101" charset="-122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 spc="0">
          <a:solidFill>
            <a:schemeClr val="tx2"/>
          </a:solidFill>
          <a:latin typeface="黑体" panose="02010609060101010101" charset="-122"/>
          <a:ea typeface="黑体" panose="02010609060101010101" charset="-122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 spc="0">
          <a:solidFill>
            <a:schemeClr val="tx2"/>
          </a:solidFill>
          <a:latin typeface="黑体" panose="02010609060101010101" charset="-122"/>
          <a:ea typeface="黑体" panose="02010609060101010101" charset="-122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 spc="0">
          <a:solidFill>
            <a:schemeClr val="tx2"/>
          </a:solidFill>
          <a:latin typeface="黑体" panose="02010609060101010101" charset="-122"/>
          <a:ea typeface="黑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8.xml"/><Relationship Id="rId4" Type="http://schemas.openxmlformats.org/officeDocument/2006/relationships/tags" Target="../tags/tag393.xml"/><Relationship Id="rId3" Type="http://schemas.openxmlformats.org/officeDocument/2006/relationships/tags" Target="../tags/tag392.xml"/><Relationship Id="rId2" Type="http://schemas.openxmlformats.org/officeDocument/2006/relationships/tags" Target="../tags/tag391.xml"/><Relationship Id="rId1" Type="http://schemas.openxmlformats.org/officeDocument/2006/relationships/tags" Target="../tags/tag3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00.xml"/><Relationship Id="rId8" Type="http://schemas.openxmlformats.org/officeDocument/2006/relationships/tags" Target="../tags/tag399.xml"/><Relationship Id="rId7" Type="http://schemas.openxmlformats.org/officeDocument/2006/relationships/tags" Target="../tags/tag398.xml"/><Relationship Id="rId6" Type="http://schemas.openxmlformats.org/officeDocument/2006/relationships/tags" Target="../tags/tag397.xml"/><Relationship Id="rId5" Type="http://schemas.openxmlformats.org/officeDocument/2006/relationships/tags" Target="../tags/tag396.xml"/><Relationship Id="rId4" Type="http://schemas.openxmlformats.org/officeDocument/2006/relationships/tags" Target="../tags/tag395.xml"/><Relationship Id="rId3" Type="http://schemas.openxmlformats.org/officeDocument/2006/relationships/hyperlink" Target="https://github.com/olordinary/WeStudy.git" TargetMode="External"/><Relationship Id="rId2" Type="http://schemas.openxmlformats.org/officeDocument/2006/relationships/tags" Target="../tags/tag394.xml"/><Relationship Id="rId17" Type="http://schemas.openxmlformats.org/officeDocument/2006/relationships/slideLayout" Target="../slideLayouts/slideLayout44.xml"/><Relationship Id="rId16" Type="http://schemas.openxmlformats.org/officeDocument/2006/relationships/tags" Target="../tags/tag407.xml"/><Relationship Id="rId15" Type="http://schemas.openxmlformats.org/officeDocument/2006/relationships/tags" Target="../tags/tag406.xml"/><Relationship Id="rId14" Type="http://schemas.openxmlformats.org/officeDocument/2006/relationships/tags" Target="../tags/tag405.xml"/><Relationship Id="rId13" Type="http://schemas.openxmlformats.org/officeDocument/2006/relationships/tags" Target="../tags/tag404.xml"/><Relationship Id="rId12" Type="http://schemas.openxmlformats.org/officeDocument/2006/relationships/tags" Target="../tags/tag403.xml"/><Relationship Id="rId11" Type="http://schemas.openxmlformats.org/officeDocument/2006/relationships/tags" Target="../tags/tag402.xml"/><Relationship Id="rId10" Type="http://schemas.openxmlformats.org/officeDocument/2006/relationships/tags" Target="../tags/tag40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16.xml"/><Relationship Id="rId8" Type="http://schemas.openxmlformats.org/officeDocument/2006/relationships/tags" Target="../tags/tag415.xml"/><Relationship Id="rId7" Type="http://schemas.openxmlformats.org/officeDocument/2006/relationships/tags" Target="../tags/tag414.xml"/><Relationship Id="rId6" Type="http://schemas.openxmlformats.org/officeDocument/2006/relationships/tags" Target="../tags/tag413.xml"/><Relationship Id="rId5" Type="http://schemas.openxmlformats.org/officeDocument/2006/relationships/tags" Target="../tags/tag412.xml"/><Relationship Id="rId4" Type="http://schemas.openxmlformats.org/officeDocument/2006/relationships/tags" Target="../tags/tag411.xml"/><Relationship Id="rId3" Type="http://schemas.openxmlformats.org/officeDocument/2006/relationships/tags" Target="../tags/tag410.xml"/><Relationship Id="rId2" Type="http://schemas.openxmlformats.org/officeDocument/2006/relationships/tags" Target="../tags/tag409.xml"/><Relationship Id="rId16" Type="http://schemas.openxmlformats.org/officeDocument/2006/relationships/slideLayout" Target="../slideLayouts/slideLayout29.xml"/><Relationship Id="rId15" Type="http://schemas.openxmlformats.org/officeDocument/2006/relationships/tags" Target="../tags/tag422.xml"/><Relationship Id="rId14" Type="http://schemas.openxmlformats.org/officeDocument/2006/relationships/tags" Target="../tags/tag421.xml"/><Relationship Id="rId13" Type="http://schemas.openxmlformats.org/officeDocument/2006/relationships/tags" Target="../tags/tag420.xml"/><Relationship Id="rId12" Type="http://schemas.openxmlformats.org/officeDocument/2006/relationships/tags" Target="../tags/tag419.xml"/><Relationship Id="rId11" Type="http://schemas.openxmlformats.org/officeDocument/2006/relationships/tags" Target="../tags/tag418.xml"/><Relationship Id="rId10" Type="http://schemas.openxmlformats.org/officeDocument/2006/relationships/tags" Target="../tags/tag417.xml"/><Relationship Id="rId1" Type="http://schemas.openxmlformats.org/officeDocument/2006/relationships/tags" Target="../tags/tag40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9.xml"/><Relationship Id="rId3" Type="http://schemas.openxmlformats.org/officeDocument/2006/relationships/tags" Target="../tags/tag425.xml"/><Relationship Id="rId2" Type="http://schemas.openxmlformats.org/officeDocument/2006/relationships/tags" Target="../tags/tag424.xml"/><Relationship Id="rId1" Type="http://schemas.openxmlformats.org/officeDocument/2006/relationships/tags" Target="../tags/tag42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9.xml"/><Relationship Id="rId3" Type="http://schemas.openxmlformats.org/officeDocument/2006/relationships/tags" Target="../tags/tag427.xml"/><Relationship Id="rId2" Type="http://schemas.openxmlformats.org/officeDocument/2006/relationships/image" Target="../media/image3.png"/><Relationship Id="rId1" Type="http://schemas.openxmlformats.org/officeDocument/2006/relationships/tags" Target="../tags/tag42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34.xml"/><Relationship Id="rId8" Type="http://schemas.openxmlformats.org/officeDocument/2006/relationships/image" Target="../media/image5.svg"/><Relationship Id="rId7" Type="http://schemas.openxmlformats.org/officeDocument/2006/relationships/image" Target="../media/image4.png"/><Relationship Id="rId6" Type="http://schemas.openxmlformats.org/officeDocument/2006/relationships/tags" Target="../tags/tag433.xml"/><Relationship Id="rId5" Type="http://schemas.openxmlformats.org/officeDocument/2006/relationships/tags" Target="../tags/tag432.xml"/><Relationship Id="rId4" Type="http://schemas.openxmlformats.org/officeDocument/2006/relationships/tags" Target="../tags/tag431.xml"/><Relationship Id="rId3" Type="http://schemas.openxmlformats.org/officeDocument/2006/relationships/tags" Target="../tags/tag430.xml"/><Relationship Id="rId2" Type="http://schemas.openxmlformats.org/officeDocument/2006/relationships/tags" Target="../tags/tag429.xml"/><Relationship Id="rId16" Type="http://schemas.openxmlformats.org/officeDocument/2006/relationships/slideLayout" Target="../slideLayouts/slideLayout28.xml"/><Relationship Id="rId15" Type="http://schemas.openxmlformats.org/officeDocument/2006/relationships/tags" Target="../tags/tag438.xml"/><Relationship Id="rId14" Type="http://schemas.openxmlformats.org/officeDocument/2006/relationships/tags" Target="../tags/tag437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436.xml"/><Relationship Id="rId10" Type="http://schemas.openxmlformats.org/officeDocument/2006/relationships/tags" Target="../tags/tag435.xml"/><Relationship Id="rId1" Type="http://schemas.openxmlformats.org/officeDocument/2006/relationships/tags" Target="../tags/tag42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45.xml"/><Relationship Id="rId8" Type="http://schemas.openxmlformats.org/officeDocument/2006/relationships/tags" Target="../tags/tag444.xml"/><Relationship Id="rId7" Type="http://schemas.openxmlformats.org/officeDocument/2006/relationships/image" Target="../media/image9.jpeg"/><Relationship Id="rId6" Type="http://schemas.openxmlformats.org/officeDocument/2006/relationships/tags" Target="../tags/tag443.xml"/><Relationship Id="rId5" Type="http://schemas.openxmlformats.org/officeDocument/2006/relationships/tags" Target="../tags/tag442.xml"/><Relationship Id="rId4" Type="http://schemas.openxmlformats.org/officeDocument/2006/relationships/tags" Target="../tags/tag441.xml"/><Relationship Id="rId3" Type="http://schemas.openxmlformats.org/officeDocument/2006/relationships/image" Target="../media/image8.jpeg"/><Relationship Id="rId2" Type="http://schemas.openxmlformats.org/officeDocument/2006/relationships/tags" Target="../tags/tag440.xml"/><Relationship Id="rId11" Type="http://schemas.openxmlformats.org/officeDocument/2006/relationships/slideLayout" Target="../slideLayouts/slideLayout27.xml"/><Relationship Id="rId10" Type="http://schemas.openxmlformats.org/officeDocument/2006/relationships/tags" Target="../tags/tag446.xml"/><Relationship Id="rId1" Type="http://schemas.openxmlformats.org/officeDocument/2006/relationships/tags" Target="../tags/tag43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image" Target="../media/image10.jpeg"/><Relationship Id="rId2" Type="http://schemas.openxmlformats.org/officeDocument/2006/relationships/tags" Target="../tags/tag448.xml"/><Relationship Id="rId14" Type="http://schemas.openxmlformats.org/officeDocument/2006/relationships/slideLayout" Target="../slideLayouts/slideLayout26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tags" Target="../tags/tag44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9.xml"/><Relationship Id="rId3" Type="http://schemas.openxmlformats.org/officeDocument/2006/relationships/tags" Target="../tags/tag461.xml"/><Relationship Id="rId2" Type="http://schemas.openxmlformats.org/officeDocument/2006/relationships/tags" Target="../tags/tag460.xml"/><Relationship Id="rId1" Type="http://schemas.openxmlformats.org/officeDocument/2006/relationships/tags" Target="../tags/tag459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0.xml"/><Relationship Id="rId6" Type="http://schemas.openxmlformats.org/officeDocument/2006/relationships/tags" Target="../tags/tag46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tags" Target="../tags/tag464.xml"/><Relationship Id="rId2" Type="http://schemas.openxmlformats.org/officeDocument/2006/relationships/tags" Target="../tags/tag463.xml"/><Relationship Id="rId1" Type="http://schemas.openxmlformats.org/officeDocument/2006/relationships/tags" Target="../tags/tag46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73.xml"/><Relationship Id="rId8" Type="http://schemas.openxmlformats.org/officeDocument/2006/relationships/tags" Target="../tags/tag472.xml"/><Relationship Id="rId7" Type="http://schemas.openxmlformats.org/officeDocument/2006/relationships/tags" Target="../tags/tag471.xml"/><Relationship Id="rId6" Type="http://schemas.openxmlformats.org/officeDocument/2006/relationships/tags" Target="../tags/tag470.xml"/><Relationship Id="rId5" Type="http://schemas.openxmlformats.org/officeDocument/2006/relationships/tags" Target="../tags/tag469.xml"/><Relationship Id="rId4" Type="http://schemas.openxmlformats.org/officeDocument/2006/relationships/tags" Target="../tags/tag468.xml"/><Relationship Id="rId3" Type="http://schemas.openxmlformats.org/officeDocument/2006/relationships/tags" Target="../tags/tag467.xml"/><Relationship Id="rId2" Type="http://schemas.openxmlformats.org/officeDocument/2006/relationships/tags" Target="../tags/tag466.xml"/><Relationship Id="rId13" Type="http://schemas.openxmlformats.org/officeDocument/2006/relationships/slideLayout" Target="../slideLayouts/slideLayout45.xml"/><Relationship Id="rId12" Type="http://schemas.openxmlformats.org/officeDocument/2006/relationships/tags" Target="../tags/tag476.xml"/><Relationship Id="rId11" Type="http://schemas.openxmlformats.org/officeDocument/2006/relationships/tags" Target="../tags/tag475.xml"/><Relationship Id="rId10" Type="http://schemas.openxmlformats.org/officeDocument/2006/relationships/tags" Target="../tags/tag474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3.xml"/><Relationship Id="rId3" Type="http://schemas.openxmlformats.org/officeDocument/2006/relationships/tags" Target="../tags/tag478.xml"/><Relationship Id="rId2" Type="http://schemas.openxmlformats.org/officeDocument/2006/relationships/image" Target="../media/image14.png"/><Relationship Id="rId1" Type="http://schemas.openxmlformats.org/officeDocument/2006/relationships/tags" Target="../tags/tag47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9.xml"/><Relationship Id="rId3" Type="http://schemas.openxmlformats.org/officeDocument/2006/relationships/tags" Target="../tags/tag481.xml"/><Relationship Id="rId2" Type="http://schemas.openxmlformats.org/officeDocument/2006/relationships/tags" Target="../tags/tag480.xml"/><Relationship Id="rId1" Type="http://schemas.openxmlformats.org/officeDocument/2006/relationships/tags" Target="../tags/tag479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5.xml"/><Relationship Id="rId5" Type="http://schemas.openxmlformats.org/officeDocument/2006/relationships/tags" Target="../tags/tag483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tags" Target="../tags/tag482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6.xml"/><Relationship Id="rId6" Type="http://schemas.openxmlformats.org/officeDocument/2006/relationships/tags" Target="../tags/tag488.xml"/><Relationship Id="rId5" Type="http://schemas.openxmlformats.org/officeDocument/2006/relationships/image" Target="../media/image18.png"/><Relationship Id="rId4" Type="http://schemas.openxmlformats.org/officeDocument/2006/relationships/tags" Target="../tags/tag487.xml"/><Relationship Id="rId3" Type="http://schemas.openxmlformats.org/officeDocument/2006/relationships/tags" Target="../tags/tag486.xml"/><Relationship Id="rId2" Type="http://schemas.openxmlformats.org/officeDocument/2006/relationships/tags" Target="../tags/tag485.xml"/><Relationship Id="rId1" Type="http://schemas.openxmlformats.org/officeDocument/2006/relationships/tags" Target="../tags/tag484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9.xml"/><Relationship Id="rId3" Type="http://schemas.openxmlformats.org/officeDocument/2006/relationships/tags" Target="../tags/tag491.xml"/><Relationship Id="rId2" Type="http://schemas.openxmlformats.org/officeDocument/2006/relationships/tags" Target="../tags/tag490.xml"/><Relationship Id="rId1" Type="http://schemas.openxmlformats.org/officeDocument/2006/relationships/tags" Target="../tags/tag489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7.xml"/><Relationship Id="rId4" Type="http://schemas.openxmlformats.org/officeDocument/2006/relationships/tags" Target="../tags/tag493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tags" Target="../tags/tag492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8.xml"/><Relationship Id="rId4" Type="http://schemas.openxmlformats.org/officeDocument/2006/relationships/tags" Target="../tags/tag495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tags" Target="../tags/tag49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8.xml"/><Relationship Id="rId3" Type="http://schemas.openxmlformats.org/officeDocument/2006/relationships/tags" Target="../tags/tag497.xml"/><Relationship Id="rId2" Type="http://schemas.openxmlformats.org/officeDocument/2006/relationships/image" Target="../media/image23.png"/><Relationship Id="rId1" Type="http://schemas.openxmlformats.org/officeDocument/2006/relationships/tags" Target="../tags/tag496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0.xml"/><Relationship Id="rId3" Type="http://schemas.openxmlformats.org/officeDocument/2006/relationships/tags" Target="../tags/tag500.xml"/><Relationship Id="rId2" Type="http://schemas.openxmlformats.org/officeDocument/2006/relationships/tags" Target="../tags/tag499.xml"/><Relationship Id="rId1" Type="http://schemas.openxmlformats.org/officeDocument/2006/relationships/tags" Target="../tags/tag4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903677" y="1974850"/>
            <a:ext cx="8384646" cy="1879600"/>
          </a:xfrm>
        </p:spPr>
        <p:txBody>
          <a:bodyPr>
            <a:normAutofit/>
          </a:bodyPr>
          <a:p>
            <a:r>
              <a:rPr lang="en-US" altLang="zh-CN"/>
              <a:t>WeStudy</a:t>
            </a:r>
            <a:r>
              <a:rPr lang="zh-CN" altLang="en-US"/>
              <a:t>成果展示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7"/>
            <p:custDataLst>
              <p:tags r:id="rId2"/>
            </p:custDataLst>
          </p:nvPr>
        </p:nvSpPr>
        <p:spPr>
          <a:xfrm>
            <a:off x="4825471" y="4368737"/>
            <a:ext cx="2541058" cy="533404"/>
          </a:xfrm>
        </p:spPr>
        <p:txBody>
          <a:bodyPr>
            <a:normAutofit fontScale="90000"/>
          </a:bodyPr>
          <a:p>
            <a:r>
              <a:rPr lang="zh-CN" altLang="en-US"/>
              <a:t>指导</a:t>
            </a:r>
            <a:r>
              <a:rPr lang="zh-CN" altLang="en-US">
                <a:cs typeface="Arial" panose="020B0604020202020204" pitchFamily="34" charset="0"/>
              </a:rPr>
              <a:t>老师：龚伟</a:t>
            </a:r>
            <a:endParaRPr lang="en-US" altLang="zh-CN"/>
          </a:p>
        </p:txBody>
      </p:sp>
      <p:sp>
        <p:nvSpPr>
          <p:cNvPr id="5" name="署名占位符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825556" y="5067237"/>
            <a:ext cx="2541058" cy="5334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rtlCol="0" anchor="ctr" anchorCtr="0">
            <a:normAutofit fontScale="9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2026/01/16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" name="图片 20" descr="post_object_image_37012741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38518"/>
            <a:ext cx="4495800" cy="398096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546164" y="514350"/>
            <a:ext cx="10972800" cy="609600"/>
          </a:xfrm>
        </p:spPr>
        <p:txBody>
          <a:bodyPr>
            <a:noAutofit/>
          </a:bodyPr>
          <a:p>
            <a:r>
              <a:rPr lang="zh-CN" altLang="en-US" b="1"/>
              <a:t>成员分工（</a:t>
            </a:r>
            <a:r>
              <a:rPr lang="en-US" altLang="zh-CN" sz="2000" b="1">
                <a:hlinkClick r:id="rId3"/>
              </a:rPr>
              <a:t>https://github.com/olordinary/WeStudy.git</a:t>
            </a:r>
            <a:r>
              <a:rPr lang="zh-CN" altLang="en-US" b="1"/>
              <a:t>）</a:t>
            </a:r>
            <a:endParaRPr lang="zh-CN" altLang="en-US" b="1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Autofit/>
          </a:bodyPr>
          <a:p>
            <a:r>
              <a:rPr lang="zh-CN" altLang="en-US" sz="1600" b="1"/>
              <a:t>扈</a:t>
            </a:r>
            <a:r>
              <a:rPr lang="zh-CN" altLang="en-US" sz="1600" b="1">
                <a:cs typeface="Arial" panose="020B0604020202020204" pitchFamily="34" charset="0"/>
              </a:rPr>
              <a:t>俊欣</a:t>
            </a:r>
            <a:endParaRPr lang="zh-CN" altLang="en-US" sz="1600" b="1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zh-CN" altLang="en-US">
                <a:solidFill>
                  <a:schemeClr val="tx1"/>
                </a:solidFill>
                <a:latin typeface="黑体" charset="0"/>
                <a:ea typeface="黑体" charset="0"/>
              </a:rPr>
              <a:t>点对点</a:t>
            </a:r>
            <a:r>
              <a:rPr lang="zh-CN" altLang="en-US" b="1">
                <a:solidFill>
                  <a:schemeClr val="tx1"/>
                </a:solidFill>
                <a:latin typeface="黑体" charset="0"/>
                <a:ea typeface="黑体" charset="0"/>
              </a:rPr>
              <a:t>媒体传输</a:t>
            </a:r>
            <a:r>
              <a:rPr lang="zh-CN" altLang="en-US">
                <a:solidFill>
                  <a:schemeClr val="tx1"/>
                </a:solidFill>
                <a:latin typeface="黑体" charset="0"/>
                <a:ea typeface="黑体" charset="0"/>
              </a:rPr>
              <a:t>，使用</a:t>
            </a:r>
            <a:r>
              <a:rPr lang="en-US" altLang="zh-CN">
                <a:solidFill>
                  <a:schemeClr val="tx1"/>
                </a:solidFill>
                <a:latin typeface="黑体" charset="0"/>
                <a:ea typeface="黑体" charset="0"/>
              </a:rPr>
              <a:t>libdatachannel</a:t>
            </a:r>
            <a:r>
              <a:rPr lang="zh-CN" altLang="en-US">
                <a:solidFill>
                  <a:schemeClr val="tx1"/>
                </a:solidFill>
                <a:latin typeface="黑体" charset="0"/>
                <a:ea typeface="黑体" charset="0"/>
              </a:rPr>
              <a:t>建立端对端连接并发送接收媒体数据</a:t>
            </a:r>
            <a:endParaRPr lang="zh-CN" altLang="en-US">
              <a:solidFill>
                <a:schemeClr val="tx1"/>
              </a:solidFill>
              <a:latin typeface="黑体" charset="0"/>
              <a:ea typeface="黑体" charset="0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Autofit/>
          </a:bodyPr>
          <a:p>
            <a:r>
              <a:rPr lang="zh-CN" altLang="en-US" sz="1600" b="1"/>
              <a:t>王</a:t>
            </a:r>
            <a:r>
              <a:rPr lang="zh-CN" altLang="en-US" sz="1600" b="1">
                <a:cs typeface="Arial" panose="020B0604020202020204" pitchFamily="34" charset="0"/>
              </a:rPr>
              <a:t>欣如</a:t>
            </a:r>
            <a:endParaRPr lang="zh-CN" altLang="en-US" sz="1600" b="1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7416800" y="2133600"/>
            <a:ext cx="1854200" cy="1524000"/>
          </a:xfrm>
        </p:spPr>
        <p:txBody>
          <a:bodyPr>
            <a:noAutofit/>
          </a:bodyPr>
          <a:p>
            <a:r>
              <a:rPr lang="zh-CN" altLang="en-US">
                <a:solidFill>
                  <a:schemeClr val="tx1"/>
                </a:solidFill>
                <a:latin typeface="黑体" charset="0"/>
                <a:ea typeface="黑体" charset="0"/>
              </a:rPr>
              <a:t>负责使用</a:t>
            </a:r>
            <a:r>
              <a:rPr lang="en-US" altLang="zh-CN">
                <a:solidFill>
                  <a:schemeClr val="tx1"/>
                </a:solidFill>
                <a:latin typeface="黑体" charset="0"/>
                <a:ea typeface="黑体" charset="0"/>
              </a:rPr>
              <a:t>QtMultimedia</a:t>
            </a:r>
            <a:r>
              <a:rPr lang="zh-CN" altLang="en-US">
                <a:solidFill>
                  <a:schemeClr val="tx1"/>
                </a:solidFill>
                <a:latin typeface="黑体" charset="0"/>
                <a:ea typeface="黑体" charset="0"/>
              </a:rPr>
              <a:t>进行，本地</a:t>
            </a:r>
            <a:r>
              <a:rPr lang="zh-CN" altLang="en-US" b="1">
                <a:solidFill>
                  <a:schemeClr val="tx1"/>
                </a:solidFill>
                <a:latin typeface="黑体" charset="0"/>
                <a:ea typeface="黑体" charset="0"/>
              </a:rPr>
              <a:t>采集编码，</a:t>
            </a:r>
            <a:r>
              <a:rPr lang="zh-CN" altLang="en-US">
                <a:solidFill>
                  <a:schemeClr val="tx1"/>
                </a:solidFill>
                <a:latin typeface="黑体" charset="0"/>
                <a:ea typeface="黑体" charset="0"/>
              </a:rPr>
              <a:t>准备发送</a:t>
            </a:r>
            <a:endParaRPr lang="zh-CN" altLang="en-US">
              <a:solidFill>
                <a:schemeClr val="tx1"/>
              </a:solidFill>
              <a:latin typeface="黑体" charset="0"/>
              <a:ea typeface="黑体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Autofit/>
          </a:bodyPr>
          <a:p>
            <a:r>
              <a:rPr lang="zh-CN" altLang="en-US" sz="1600" b="1"/>
              <a:t>杨</a:t>
            </a:r>
            <a:r>
              <a:rPr lang="zh-CN" altLang="en-US" sz="1600" b="1">
                <a:cs typeface="Arial" panose="020B0604020202020204" pitchFamily="34" charset="0"/>
              </a:rPr>
              <a:t>佳熠</a:t>
            </a:r>
            <a:endParaRPr lang="zh-CN" altLang="en-US" sz="1600" b="1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Autofit/>
          </a:bodyPr>
          <a:p>
            <a:r>
              <a:rPr lang="zh-CN" altLang="en-US">
                <a:solidFill>
                  <a:schemeClr val="tx1"/>
                </a:solidFill>
                <a:latin typeface="黑体" charset="0"/>
                <a:ea typeface="黑体" charset="0"/>
              </a:rPr>
              <a:t>负责服务器上对</a:t>
            </a:r>
            <a:r>
              <a:rPr lang="zh-CN" altLang="en-US" b="1">
                <a:solidFill>
                  <a:schemeClr val="tx1"/>
                </a:solidFill>
                <a:latin typeface="黑体" charset="0"/>
                <a:ea typeface="黑体" charset="0"/>
                <a:cs typeface="Arial" panose="020B0604020202020204" pitchFamily="34" charset="0"/>
              </a:rPr>
              <a:t>业务逻辑和信令</a:t>
            </a:r>
            <a:r>
              <a:rPr lang="zh-CN" altLang="en-US">
                <a:solidFill>
                  <a:schemeClr val="tx1"/>
                </a:solidFill>
                <a:latin typeface="黑体" charset="0"/>
                <a:ea typeface="黑体" charset="0"/>
              </a:rPr>
              <a:t>转发的处理</a:t>
            </a:r>
            <a:endParaRPr lang="zh-CN" altLang="en-US">
              <a:solidFill>
                <a:schemeClr val="tx1"/>
              </a:solidFill>
              <a:latin typeface="黑体" charset="0"/>
              <a:ea typeface="黑体" charset="0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2"/>
            <p:custDataLst>
              <p:tags r:id="rId10"/>
            </p:custDataLst>
          </p:nvPr>
        </p:nvSpPr>
        <p:spPr/>
        <p:txBody>
          <a:bodyPr>
            <a:noAutofit/>
          </a:bodyPr>
          <a:p>
            <a:r>
              <a:rPr lang="zh-CN" altLang="en-US" sz="1600" b="1"/>
              <a:t>寇灿</a:t>
            </a:r>
            <a:endParaRPr lang="zh-CN" altLang="en-US" sz="1600" b="1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3"/>
            <p:custDataLst>
              <p:tags r:id="rId11"/>
            </p:custDataLst>
          </p:nvPr>
        </p:nvSpPr>
        <p:spPr>
          <a:xfrm>
            <a:off x="5105400" y="4673600"/>
            <a:ext cx="1854200" cy="1524000"/>
          </a:xfrm>
        </p:spPr>
        <p:txBody>
          <a:bodyPr>
            <a:noAutofit/>
          </a:bodyPr>
          <a:p>
            <a:r>
              <a:rPr lang="zh-CN" altLang="en-US" b="1">
                <a:solidFill>
                  <a:schemeClr val="tx1"/>
                </a:solidFill>
                <a:latin typeface="黑体" charset="0"/>
                <a:ea typeface="黑体" charset="0"/>
              </a:rPr>
              <a:t>消息</a:t>
            </a:r>
            <a:r>
              <a:rPr lang="zh-CN" altLang="en-US" b="1">
                <a:solidFill>
                  <a:schemeClr val="tx1"/>
                </a:solidFill>
                <a:latin typeface="黑体" charset="0"/>
                <a:ea typeface="黑体" charset="0"/>
                <a:cs typeface="Arial" panose="020B0604020202020204" pitchFamily="34" charset="0"/>
              </a:rPr>
              <a:t>收发</a:t>
            </a:r>
            <a:r>
              <a:rPr lang="zh-CN" altLang="en-US">
                <a:solidFill>
                  <a:schemeClr val="tx1"/>
                </a:solidFill>
                <a:latin typeface="黑体" charset="0"/>
                <a:ea typeface="黑体" charset="0"/>
                <a:cs typeface="Arial" panose="020B0604020202020204" pitchFamily="34" charset="0"/>
              </a:rPr>
              <a:t>的具体实现</a:t>
            </a:r>
            <a:r>
              <a:rPr lang="zh-CN" altLang="en-US">
                <a:solidFill>
                  <a:schemeClr val="tx1"/>
                </a:solidFill>
                <a:latin typeface="黑体" charset="0"/>
                <a:ea typeface="黑体" charset="0"/>
              </a:rPr>
              <a:t>、接收消息并发送相应信号</a:t>
            </a:r>
            <a:endParaRPr lang="zh-CN" altLang="en-US">
              <a:solidFill>
                <a:schemeClr val="tx1"/>
              </a:solidFill>
              <a:latin typeface="黑体" charset="0"/>
              <a:ea typeface="黑体" charset="0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>
            <a:noAutofit/>
          </a:bodyPr>
          <a:p>
            <a:r>
              <a:rPr lang="zh-CN" altLang="en-US" sz="1600" b="1"/>
              <a:t>杨</a:t>
            </a:r>
            <a:r>
              <a:rPr lang="zh-CN" altLang="en-US" sz="1600" b="1">
                <a:cs typeface="Arial" panose="020B0604020202020204" pitchFamily="34" charset="0"/>
              </a:rPr>
              <a:t>明鑫</a:t>
            </a:r>
            <a:endParaRPr lang="zh-CN" altLang="en-US" sz="1600" b="1"/>
          </a:p>
        </p:txBody>
      </p:sp>
      <p:sp>
        <p:nvSpPr>
          <p:cNvPr id="19" name="文本占位符 18"/>
          <p:cNvSpPr/>
          <p:nvPr>
            <p:ph type="body" idx="16395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房间流程</a:t>
            </a:r>
            <a:r>
              <a:rPr lang="zh-CN" altLang="en-US" b="1"/>
              <a:t>状态机、消息路由</a:t>
            </a:r>
            <a:r>
              <a:rPr lang="zh-CN" altLang="en-US"/>
              <a:t>、响应前端操作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6"/>
            <p:custDataLst>
              <p:tags r:id="rId14"/>
            </p:custDataLst>
          </p:nvPr>
        </p:nvSpPr>
        <p:spPr/>
        <p:txBody>
          <a:bodyPr>
            <a:noAutofit/>
          </a:bodyPr>
          <a:p>
            <a:r>
              <a:rPr lang="zh-CN" altLang="en-US" sz="1600" b="1"/>
              <a:t>李</a:t>
            </a:r>
            <a:r>
              <a:rPr lang="zh-CN" altLang="en-US" sz="1600" b="1">
                <a:cs typeface="Arial" panose="020B0604020202020204" pitchFamily="34" charset="0"/>
              </a:rPr>
              <a:t>志恒</a:t>
            </a:r>
            <a:endParaRPr lang="zh-CN" altLang="en-US" sz="1600" b="1"/>
          </a:p>
        </p:txBody>
      </p:sp>
      <p:sp>
        <p:nvSpPr>
          <p:cNvPr id="20" name="文本占位符 19"/>
          <p:cNvSpPr/>
          <p:nvPr>
            <p:ph type="body" idx="16397"/>
            <p:custDataLst>
              <p:tags r:id="rId15"/>
            </p:custDataLst>
          </p:nvPr>
        </p:nvSpPr>
        <p:spPr>
          <a:xfrm>
            <a:off x="9728264" y="4673537"/>
            <a:ext cx="1854200" cy="1524000"/>
          </a:xfrm>
        </p:spPr>
        <p:txBody>
          <a:bodyPr>
            <a:normAutofit/>
          </a:bodyPr>
          <a:p>
            <a:r>
              <a:rPr lang="zh-CN" altLang="en-US" b="1"/>
              <a:t>成员字段设计</a:t>
            </a:r>
            <a:r>
              <a:rPr lang="zh-CN" altLang="en-US"/>
              <a:t>、属性</a:t>
            </a:r>
            <a:r>
              <a:rPr lang="en-US" altLang="zh-CN"/>
              <a:t>/</a:t>
            </a:r>
            <a:r>
              <a:rPr lang="zh-CN" altLang="en-US"/>
              <a:t>信号、状态同步规则、给</a:t>
            </a:r>
            <a:r>
              <a:rPr lang="en-US" altLang="zh-CN"/>
              <a:t> UI </a:t>
            </a:r>
            <a:r>
              <a:rPr lang="zh-CN" altLang="en-US"/>
              <a:t>的最小数据面</a:t>
            </a:r>
            <a:endParaRPr lang="zh-CN" altLang="en-US"/>
          </a:p>
        </p:txBody>
      </p:sp>
    </p:spTree>
    <p:custDataLst>
      <p:tags r:id="rId1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5" name="装饰  9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软件实现关键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8" name="装饰  2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软件实现难点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1" name="装饰  6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软件实现与文档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14" name="装饰  9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部署与运行测试</a:t>
            </a:r>
            <a:endParaRPr lang="zh-CN" altLang="en-US"/>
          </a:p>
        </p:txBody>
      </p:sp>
    </p:spTree>
    <p:custDataLst>
      <p:tags r:id="rId1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软件实现关键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文本占位符 1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19200" y="368300"/>
            <a:ext cx="9753600" cy="914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/>
              <a:t>技术栈</a:t>
            </a:r>
            <a:endParaRPr lang="zh-CN" altLang="en-US" sz="3600"/>
          </a:p>
        </p:txBody>
      </p:sp>
      <p:pic>
        <p:nvPicPr>
          <p:cNvPr id="8" name="图片 7" descr="post_object_image_3402907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25" y="1504950"/>
            <a:ext cx="6381750" cy="38481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架构设计思路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分层架构设计</a:t>
            </a:r>
            <a:endParaRPr lang="zh-CN" altLang="en-US"/>
          </a:p>
        </p:txBody>
      </p:sp>
      <p:sp>
        <p:nvSpPr>
          <p:cNvPr id="6" name="装饰  0"/>
          <p:cNvSpPr>
            <a:spLocks noGrp="1"/>
          </p:cNvSpPr>
          <p:nvPr>
            <p:ph type="body" idx="16392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3" name="图片占位符 12"/>
          <p:cNvPicPr/>
          <p:nvPr>
            <p:ph type="pic" idx="16391"/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6680" y="3624580"/>
            <a:ext cx="650240" cy="650240"/>
          </a:xfrm>
          <a:prstGeom prst="rect">
            <a:avLst/>
          </a:prstGeom>
        </p:spPr>
      </p:pic>
      <p:sp>
        <p:nvSpPr>
          <p:cNvPr id="8" name="文本占位符 7"/>
          <p:cNvSpPr>
            <a:spLocks noGrp="1"/>
          </p:cNvSpPr>
          <p:nvPr>
            <p:ph type="body" idx="16387"/>
            <p:custDataLst>
              <p:tags r:id="rId9"/>
            </p:custDataLst>
          </p:nvPr>
        </p:nvSpPr>
        <p:spPr>
          <a:xfrm>
            <a:off x="8730702" y="3043959"/>
            <a:ext cx="2920971" cy="1776845"/>
          </a:xfrm>
        </p:spPr>
        <p:txBody>
          <a:bodyPr>
            <a:normAutofit fontScale="60000"/>
          </a:bodyPr>
          <a:p>
            <a:r>
              <a:rPr lang="en-US" altLang="zh-CN" sz="2300" b="1"/>
              <a:t>C</a:t>
            </a:r>
            <a:r>
              <a:rPr lang="zh-CN" altLang="en-US" sz="2300" b="1"/>
              <a:t>lient分层结构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UI层（QML）负责用户界面；</a:t>
            </a:r>
            <a:endParaRPr lang="zh-CN" altLang="en-US"/>
          </a:p>
          <a:p>
            <a:r>
              <a:rPr lang="zh-CN" altLang="en-US"/>
              <a:t>Controller层处理用况业务逻辑</a:t>
            </a:r>
            <a:endParaRPr lang="zh-CN" altLang="en-US"/>
          </a:p>
          <a:p>
            <a:r>
              <a:rPr lang="zh-CN" altLang="en-US"/>
              <a:t>Media层基于</a:t>
            </a:r>
            <a:r>
              <a:rPr lang="zh-CN" altLang="en-US" b="1"/>
              <a:t>Qt Multimedia</a:t>
            </a:r>
            <a:r>
              <a:rPr lang="zh-CN" altLang="en-US"/>
              <a:t>实现音视频采集编码；</a:t>
            </a:r>
            <a:endParaRPr lang="zh-CN" altLang="en-US"/>
          </a:p>
          <a:p>
            <a:r>
              <a:rPr lang="zh-CN" altLang="en-US"/>
              <a:t>RTC/P2P层</a:t>
            </a:r>
            <a:r>
              <a:rPr lang="zh-CN" altLang="en-US" b="1"/>
              <a:t>集成libdatachannel</a:t>
            </a:r>
            <a:r>
              <a:rPr lang="zh-CN" altLang="en-US"/>
              <a:t>进行媒体流传输；</a:t>
            </a:r>
            <a:endParaRPr lang="zh-CN" altLang="en-US"/>
          </a:p>
          <a:p>
            <a:r>
              <a:rPr lang="zh-CN" altLang="en-US"/>
              <a:t>ransport层通过WebSocket实现信令与业务消息传递</a:t>
            </a:r>
            <a:endParaRPr lang="zh-CN" altLang="en-US"/>
          </a:p>
        </p:txBody>
      </p:sp>
      <p:sp>
        <p:nvSpPr>
          <p:cNvPr id="9" name="装饰  4"/>
          <p:cNvSpPr>
            <a:spLocks noGrp="1"/>
          </p:cNvSpPr>
          <p:nvPr>
            <p:ph type="body" idx="16394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/>
          <p:cNvPicPr/>
          <p:nvPr>
            <p:ph type="pic" idx="16393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15080" y="3624580"/>
            <a:ext cx="650240" cy="65024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>
          <a:xfrm>
            <a:off x="252412" y="3043952"/>
            <a:ext cx="3278148" cy="1820148"/>
          </a:xfrm>
        </p:spPr>
        <p:txBody>
          <a:bodyPr>
            <a:normAutofit/>
          </a:bodyPr>
          <a:p>
            <a:pPr algn="l"/>
            <a:r>
              <a:rPr lang="zh-CN" altLang="en-US" sz="1400"/>
              <a:t>S</a:t>
            </a:r>
            <a:r>
              <a:rPr lang="zh-CN" altLang="en-US" sz="1400" b="1">
                <a:solidFill>
                  <a:schemeClr val="tx1"/>
                </a:solidFill>
                <a:latin typeface="黑体" charset="0"/>
                <a:ea typeface="黑体" charset="0"/>
              </a:rPr>
              <a:t>erver三层架构：</a:t>
            </a:r>
            <a:endParaRPr lang="zh-CN" altLang="en-US" sz="1400"/>
          </a:p>
          <a:p>
            <a:pPr algn="l"/>
            <a:r>
              <a:rPr lang="zh-CN" altLang="en-US" sz="1100"/>
              <a:t>WebSocket接入层负责连接管理与消息收发；</a:t>
            </a:r>
            <a:endParaRPr lang="zh-CN" altLang="en-US" sz="1100"/>
          </a:p>
          <a:p>
            <a:pPr algn="l"/>
            <a:r>
              <a:rPr lang="zh-CN" altLang="en-US" sz="1100"/>
              <a:t>消息处理层解析消息类型并执行房间逻辑与信令转发</a:t>
            </a:r>
            <a:r>
              <a:rPr lang="en-US" altLang="zh-CN" sz="1100"/>
              <a:t>;</a:t>
            </a:r>
            <a:r>
              <a:rPr lang="zh-CN" altLang="en-US" sz="1100"/>
              <a:t>State层维护在线用户、房间信息及成员关系的内存状态。</a:t>
            </a:r>
            <a:endParaRPr lang="zh-CN" altLang="en-US" sz="1100"/>
          </a:p>
        </p:txBody>
      </p:sp>
    </p:spTree>
    <p:custDataLst>
      <p:tags r:id="rId1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29771"/>
            <a:ext cx="10972800" cy="609600"/>
          </a:xfrm>
        </p:spPr>
        <p:txBody>
          <a:bodyPr>
            <a:normAutofit/>
          </a:bodyPr>
          <a:p>
            <a:r>
              <a:rPr lang="zh-CN" altLang="en-US" b="1"/>
              <a:t>核心</a:t>
            </a:r>
            <a:r>
              <a:rPr lang="zh-CN" altLang="en-US" b="1">
                <a:cs typeface="Arial" panose="020B0604020202020204" pitchFamily="34" charset="0"/>
              </a:rPr>
              <a:t>要素</a:t>
            </a:r>
            <a:endParaRPr lang="zh-CN" altLang="en-US" b="1"/>
          </a:p>
        </p:txBody>
      </p:sp>
      <p:pic>
        <p:nvPicPr>
          <p:cNvPr id="3" name="图片占位符 2" descr="2665d81c-f223-11f0-a6f3-b6547058005a"/>
          <p:cNvPicPr>
            <a:picLocks noChangeAspect="1"/>
          </p:cNvPicPr>
          <p:nvPr>
            <p:ph type="pic" idx="16390"/>
            <p:custDataLst>
              <p:tags r:id="rId2"/>
            </p:custDataLst>
          </p:nvPr>
        </p:nvPicPr>
        <p:blipFill>
          <a:blip r:embed="rId3"/>
          <a:srcRect l="16574" r="16574"/>
          <a:stretch>
            <a:fillRect/>
          </a:stretch>
        </p:blipFill>
        <p:spPr>
          <a:xfrm>
            <a:off x="609600" y="19558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 b="1"/>
              <a:t>重要规则</a:t>
            </a:r>
            <a:endParaRPr lang="zh-CN" altLang="en-US" b="1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区分角色，先加入房间的人发起</a:t>
            </a:r>
            <a:r>
              <a:rPr lang="en-US" altLang="zh-CN"/>
              <a:t>offer,</a:t>
            </a:r>
            <a:r>
              <a:rPr lang="zh-CN" altLang="en-US"/>
              <a:t>避免双Offer竞争导致连接失败
WebSocket仅传输信令与业务消息，媒体数据通过</a:t>
            </a:r>
            <a:r>
              <a:rPr lang="en-US" altLang="zh-CN"/>
              <a:t>datachannels</a:t>
            </a:r>
            <a:r>
              <a:rPr lang="zh-CN" altLang="en-US"/>
              <a:t>端对端发送
Server仅负责房间管理与信令转发，不参与媒体处理</a:t>
            </a:r>
            <a:endParaRPr lang="zh-CN" altLang="en-US"/>
          </a:p>
        </p:txBody>
      </p:sp>
      <p:pic>
        <p:nvPicPr>
          <p:cNvPr id="6" name="图片占位符 5" descr="2665d79b-f223-11f0-a6f3-b6547058005a"/>
          <p:cNvPicPr>
            <a:picLocks noChangeAspect="1"/>
          </p:cNvPicPr>
          <p:nvPr>
            <p:ph type="pic" idx="16391"/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609600" y="42926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 b="1"/>
              <a:t>QML文件与全局对象</a:t>
            </a:r>
            <a:endParaRPr lang="zh-CN" altLang="en-US" b="1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QML文件：Main.qml（StackView）、LobbyPage.qml（房间列表）、CreateRoomPage.qml（创建房间页面）、StudyRoomPage.qml（房间内自习页面）
全局</a:t>
            </a:r>
            <a:r>
              <a:rPr lang="en-US" altLang="zh-CN"/>
              <a:t>C</a:t>
            </a:r>
            <a:r>
              <a:rPr lang="zh-CN" altLang="en-US"/>
              <a:t>++对象：wsClient（WebSocket通信）、roomManager（房间业务）、webrtcManager（RTC能力）、mediaManager（本地媒体设备）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实现里程碑</a:t>
            </a:r>
            <a:endParaRPr lang="zh-CN" altLang="en-US"/>
          </a:p>
        </p:txBody>
      </p:sp>
      <p:pic>
        <p:nvPicPr>
          <p:cNvPr id="3" name="内容占位符 2" descr="274ebc4e-f223-11f0-892a-020d411a9fcc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99" r="99"/>
          <a:stretch>
            <a:fillRect/>
          </a:stretch>
        </p:blipFill>
        <p:spPr>
          <a:xfrm>
            <a:off x="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8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V</a:t>
            </a:r>
            <a:r>
              <a:rPr lang="zh-CN" altLang="en-US"/>
              <a:t>1：业务逻辑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Client：WebSocket连接/房间创建/加入/离开/关闭等消息处理，房间列表显示
Server：维护rooms/</a:t>
            </a:r>
            <a:r>
              <a:rPr lang="en-US" altLang="zh-CN" sz="1400"/>
              <a:t>participants</a:t>
            </a:r>
            <a:r>
              <a:rPr lang="zh-CN" altLang="en-US" sz="1400"/>
              <a:t>状态，实现create/join/leave/close及广播通知</a:t>
            </a:r>
            <a:endParaRPr lang="zh-CN" altLang="en-US" sz="1400"/>
          </a:p>
        </p:txBody>
      </p:sp>
      <p:sp>
        <p:nvSpPr>
          <p:cNvPr id="7" name="装饰  1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V</a:t>
            </a:r>
            <a:r>
              <a:rPr lang="zh-CN" altLang="en-US"/>
              <a:t>2：</a:t>
            </a:r>
            <a:r>
              <a:rPr lang="zh-CN" altLang="en-US">
                <a:cs typeface="Arial" panose="020B0604020202020204" pitchFamily="34" charset="0"/>
              </a:rPr>
              <a:t>连接信令服务器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Client：加入后由房主发起</a:t>
            </a:r>
            <a:r>
              <a:rPr lang="en-US" altLang="zh-CN"/>
              <a:t>Offer</a:t>
            </a:r>
            <a:r>
              <a:rPr lang="zh-CN" altLang="en-US"/>
              <a:t>，进行</a:t>
            </a:r>
            <a:r>
              <a:rPr lang="en-US" altLang="zh-CN"/>
              <a:t>ICE</a:t>
            </a:r>
            <a:r>
              <a:rPr lang="zh-CN" altLang="en-US"/>
              <a:t>交换，</a:t>
            </a:r>
            <a:r>
              <a:rPr lang="en-US" altLang="zh-CN"/>
              <a:t>DataChannel</a:t>
            </a:r>
            <a:endParaRPr lang="en-US" altLang="zh-CN"/>
          </a:p>
          <a:p>
            <a:r>
              <a:rPr lang="zh-CN" altLang="en-US"/>
              <a:t>Server：转发webrtcOffer/Answer/ICE Candidate信令至指定客户端</a:t>
            </a:r>
            <a:endParaRPr lang="zh-CN" altLang="en-US"/>
          </a:p>
        </p:txBody>
      </p:sp>
      <p:sp>
        <p:nvSpPr>
          <p:cNvPr id="10" name="装饰  5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V</a:t>
            </a:r>
            <a:r>
              <a:rPr lang="zh-CN" altLang="en-US"/>
              <a:t>3：建立</a:t>
            </a:r>
            <a:r>
              <a:rPr lang="en-US" altLang="zh-CN"/>
              <a:t>P2P</a:t>
            </a:r>
            <a:r>
              <a:rPr lang="zh-CN" altLang="en-US"/>
              <a:t>连接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先实现单向视频A→B，并扩展至双向音视频
验收标准：画面稳定显示，退出时释放摄像头/连接资源</a:t>
            </a:r>
            <a:endParaRPr lang="zh-CN" altLang="en-US" sz="1400"/>
          </a:p>
        </p:txBody>
      </p:sp>
    </p:spTree>
    <p:custDataLst>
      <p:tags r:id="rId1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软件实现难点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装饰  7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>
          <a:xfrm>
            <a:off x="376238" y="444500"/>
            <a:ext cx="50800" cy="8128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528638" y="444500"/>
            <a:ext cx="10820400" cy="406400"/>
          </a:xfrm>
        </p:spPr>
        <p:txBody>
          <a:bodyPr>
            <a:noAutofit/>
          </a:bodyPr>
          <a:p>
            <a:r>
              <a:rPr lang="zh-CN" altLang="en-US" sz="3600"/>
              <a:t>P2P连接建立</a:t>
            </a:r>
            <a:endParaRPr lang="zh-CN" altLang="en-US" sz="360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528638" y="1257300"/>
            <a:ext cx="10820400" cy="304800"/>
          </a:xfrm>
        </p:spPr>
        <p:txBody>
          <a:bodyPr>
            <a:noAutofit/>
          </a:bodyPr>
          <a:p>
            <a:r>
              <a:rPr lang="zh-CN" altLang="en-US"/>
              <a:t>P2P连接建立延迟优化，创建时必须严格限定客户端角色，避免在进行</a:t>
            </a:r>
            <a:r>
              <a:rPr lang="en-US" altLang="zh-CN"/>
              <a:t>SDP</a:t>
            </a:r>
            <a:r>
              <a:rPr lang="zh-CN" altLang="en-US"/>
              <a:t>媒体协商时，产生冲突。</a:t>
            </a:r>
            <a:endParaRPr lang="zh-CN" altLang="en-US"/>
          </a:p>
        </p:txBody>
      </p:sp>
      <p:pic>
        <p:nvPicPr>
          <p:cNvPr id="29" name="图片 28" descr="post_object_image_36628056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425" y="1714500"/>
            <a:ext cx="6505575" cy="4800600"/>
          </a:xfrm>
          <a:prstGeom prst="rect">
            <a:avLst/>
          </a:prstGeom>
        </p:spPr>
      </p:pic>
      <p:pic>
        <p:nvPicPr>
          <p:cNvPr id="36" name="图片 35" descr="post_object_image_32511008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097" y="3067050"/>
            <a:ext cx="6066118" cy="32956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" name="图片 20" descr="post_object_image_403558078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0" y="1447800"/>
            <a:ext cx="6000750" cy="48006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媒体层音视频处理流程难点</a:t>
            </a:r>
            <a:endParaRPr lang="zh-CN" altLang="en-US"/>
          </a:p>
        </p:txBody>
      </p:sp>
      <p:sp>
        <p:nvSpPr>
          <p:cNvPr id="16" name="装饰  7"/>
          <p:cNvSpPr>
            <a:spLocks noGrp="1"/>
          </p:cNvSpPr>
          <p:nvPr>
            <p:ph type="body" idx="16393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捕获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Autofit/>
          </a:bodyPr>
          <a:p>
            <a:r>
              <a:rPr lang="en-US" altLang="zh-CN"/>
              <a:t>QVideoSink</a:t>
            </a:r>
            <a:r>
              <a:rPr lang="zh-CN" altLang="en-US"/>
              <a:t>没有在</a:t>
            </a:r>
            <a:r>
              <a:rPr lang="en-US" altLang="zh-CN"/>
              <a:t>qml</a:t>
            </a:r>
            <a:r>
              <a:rPr lang="zh-CN" altLang="en-US"/>
              <a:t>中直接对应，无法直接获取视频帧；最终用封装了</a:t>
            </a:r>
            <a:r>
              <a:rPr lang="en-US" altLang="zh-CN"/>
              <a:t>mediaController</a:t>
            </a:r>
            <a:r>
              <a:rPr lang="zh-CN" altLang="en-US"/>
              <a:t>类，其</a:t>
            </a:r>
            <a:r>
              <a:rPr lang="en-US" altLang="zh-CN"/>
              <a:t>QVideoSink</a:t>
            </a:r>
            <a:r>
              <a:rPr lang="zh-CN" altLang="en-US"/>
              <a:t>成员用于获取视频帧。</a:t>
            </a:r>
            <a:endParaRPr lang="zh-CN" altLang="en-US"/>
          </a:p>
        </p:txBody>
      </p:sp>
      <p:sp>
        <p:nvSpPr>
          <p:cNvPr id="17" name="装饰  0"/>
          <p:cNvSpPr>
            <a:spLocks noGrp="1"/>
          </p:cNvSpPr>
          <p:nvPr>
            <p:ph type="body" idx="16394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传输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采集的原始视频不能直接输出，需要转化格式，完成编码后再通过</a:t>
            </a:r>
            <a:r>
              <a:rPr lang="en-US" altLang="zh-CN"/>
              <a:t>datachannel</a:t>
            </a:r>
            <a:r>
              <a:rPr lang="zh-CN" altLang="en-US"/>
              <a:t>进行发送。</a:t>
            </a:r>
            <a:endParaRPr lang="zh-CN" altLang="en-US"/>
          </a:p>
        </p:txBody>
      </p:sp>
      <p:sp>
        <p:nvSpPr>
          <p:cNvPr id="18" name="装饰  3"/>
          <p:cNvSpPr>
            <a:spLocks noGrp="1"/>
          </p:cNvSpPr>
          <p:nvPr>
            <p:ph type="body" idx="16395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/>
            <p:custDataLst>
              <p:tags r:id="rId10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显示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采集后的数据经过编码、压缩后发送到远程客户端，客户端需要接收并显示视频，实时更新</a:t>
            </a:r>
            <a:r>
              <a:rPr lang="en-US" altLang="zh-CN"/>
              <a:t>qml</a:t>
            </a:r>
            <a:r>
              <a:rPr lang="zh-CN" altLang="en-US"/>
              <a:t>组件</a:t>
            </a:r>
            <a:r>
              <a:rPr lang="en-US" altLang="zh-CN"/>
              <a:t>VideoOutput</a:t>
            </a:r>
            <a:r>
              <a:rPr lang="zh-CN" altLang="en-US"/>
              <a:t>的视频帧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线程</a:t>
            </a:r>
            <a:r>
              <a:rPr lang="zh-CN" altLang="en-US">
                <a:cs typeface="Arial" panose="020B0604020202020204" pitchFamily="34" charset="0"/>
              </a:rPr>
              <a:t>问题</a:t>
            </a:r>
            <a:r>
              <a:rPr lang="en-US" altLang="zh-CN"/>
              <a:t>QSocketNotifier</a:t>
            </a:r>
            <a:endParaRPr lang="en-US" altLang="zh-CN"/>
          </a:p>
        </p:txBody>
      </p:sp>
      <p:pic>
        <p:nvPicPr>
          <p:cNvPr id="9" name="图片 8" descr="post_object_image_5402471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43000"/>
            <a:ext cx="5848350" cy="4800600"/>
          </a:xfrm>
          <a:prstGeom prst="rect">
            <a:avLst/>
          </a:prstGeom>
        </p:spPr>
      </p:pic>
      <p:sp>
        <p:nvSpPr>
          <p:cNvPr id="18" name="文本框 17"/>
          <p:cNvSpPr txBox="1"/>
          <p:nvPr userDrawn="1"/>
        </p:nvSpPr>
        <p:spPr>
          <a:xfrm>
            <a:off x="609600" y="1663065"/>
            <a:ext cx="4944110" cy="299466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/>
              <a:t>WebSocket</a:t>
            </a:r>
            <a:r>
              <a:rPr lang="zh-CN" altLang="en-US"/>
              <a:t>信令与媒体流从不同通道传输，要求严格区分信令通道（</a:t>
            </a:r>
            <a:r>
              <a:rPr lang="en-US" altLang="zh-CN"/>
              <a:t>WebSocket</a:t>
            </a:r>
            <a:r>
              <a:rPr lang="zh-CN" altLang="en-US"/>
              <a:t>）与媒体通道（</a:t>
            </a:r>
            <a:r>
              <a:rPr lang="en-US" altLang="zh-CN"/>
              <a:t>RTC</a:t>
            </a:r>
            <a:r>
              <a:rPr lang="zh-CN" altLang="en-US"/>
              <a:t>），采用</a:t>
            </a:r>
            <a:r>
              <a:rPr lang="zh-CN" altLang="en-US" b="1"/>
              <a:t>异步消息处理</a:t>
            </a:r>
            <a:r>
              <a:rPr lang="zh-CN" altLang="en-US"/>
              <a:t>机制。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rtc</a:t>
            </a:r>
            <a:r>
              <a:rPr lang="zh-CN" altLang="en-US"/>
              <a:t>的回调函数在其他线程中运行，与使用套接字的对象（</a:t>
            </a:r>
            <a:r>
              <a:rPr lang="en-US" altLang="zh-CN"/>
              <a:t>QWebSocket</a:t>
            </a:r>
            <a:r>
              <a:rPr lang="zh-CN" altLang="en-US"/>
              <a:t>）进行交互，触发线程问题。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软件实现与文档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状态</a:t>
            </a:r>
            <a:endParaRPr lang="zh-CN" altLang="en-US"/>
          </a:p>
        </p:txBody>
      </p:sp>
      <p:pic>
        <p:nvPicPr>
          <p:cNvPr id="3" name="图片 2" descr="post_object_image_1179642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925" y="299009"/>
            <a:ext cx="4657725" cy="6259982"/>
          </a:xfrm>
          <a:prstGeom prst="rect">
            <a:avLst/>
          </a:prstGeom>
        </p:spPr>
      </p:pic>
      <p:pic>
        <p:nvPicPr>
          <p:cNvPr id="4" name="图片 3" descr="post_object_image_1611997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662" y="663893"/>
            <a:ext cx="4900822" cy="5895023"/>
          </a:xfrm>
          <a:prstGeom prst="rect">
            <a:avLst/>
          </a:prstGeom>
        </p:spPr>
      </p:pic>
      <p:pic>
        <p:nvPicPr>
          <p:cNvPr id="19" name="图片 18" descr="post_object_image_42396325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1447800"/>
            <a:ext cx="3505200" cy="48006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71450" y="120650"/>
            <a:ext cx="10972800" cy="609600"/>
          </a:xfrm>
        </p:spPr>
        <p:txBody>
          <a:bodyPr>
            <a:noAutofit/>
          </a:bodyPr>
          <a:p>
            <a:r>
              <a:rPr lang="zh-CN" altLang="en-US"/>
              <a:t>类图与代码实现</a:t>
            </a:r>
            <a:endParaRPr lang="zh-CN" altLang="en-US"/>
          </a:p>
        </p:txBody>
      </p:sp>
      <p:sp>
        <p:nvSpPr>
          <p:cNvPr id="13" name="装饰  7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>
          <a:xfrm>
            <a:off x="171450" y="1111250"/>
            <a:ext cx="50800" cy="111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323850" y="1111250"/>
            <a:ext cx="10820400" cy="406400"/>
          </a:xfrm>
        </p:spPr>
        <p:txBody>
          <a:bodyPr>
            <a:noAutofit/>
          </a:bodyPr>
          <a:p>
            <a:r>
              <a:rPr lang="zh-CN" altLang="en-US"/>
              <a:t>类定义一致性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323850" y="1619250"/>
            <a:ext cx="2400300" cy="2590800"/>
          </a:xfrm>
        </p:spPr>
        <p:txBody>
          <a:bodyPr>
            <a:noAutofit/>
          </a:bodyPr>
          <a:p>
            <a:r>
              <a:rPr lang="zh-CN" altLang="en-US"/>
              <a:t>UML类图中定义的核心类（Room、Participant）在代码中均有对应实现，类名与职责相匹配，无冗余或缺失类。</a:t>
            </a:r>
            <a:endParaRPr lang="zh-CN" altLang="en-US"/>
          </a:p>
        </p:txBody>
      </p:sp>
      <p:pic>
        <p:nvPicPr>
          <p:cNvPr id="16" name="图片 15" descr="post_object_image_121825597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150" y="850964"/>
            <a:ext cx="9467850" cy="580510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部署与运行测试结果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zh-CN" altLang="en-US"/>
              <a:t>部署环境</a:t>
            </a:r>
            <a:endParaRPr lang="zh-CN" altLang="en-US"/>
          </a:p>
        </p:txBody>
      </p:sp>
      <p:pic>
        <p:nvPicPr>
          <p:cNvPr id="13" name="图片 12" descr="post_object_image_32296835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2" y="1371355"/>
            <a:ext cx="7648575" cy="4800600"/>
          </a:xfrm>
          <a:prstGeom prst="rect">
            <a:avLst/>
          </a:prstGeom>
        </p:spPr>
      </p:pic>
      <p:pic>
        <p:nvPicPr>
          <p:cNvPr id="23" name="图片 22" descr="post_object_image_1412289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337" y="246817"/>
            <a:ext cx="5907701" cy="4488468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52400" y="6115050"/>
            <a:ext cx="10972800" cy="609600"/>
          </a:xfrm>
        </p:spPr>
        <p:txBody>
          <a:bodyPr>
            <a:noAutofit/>
          </a:bodyPr>
          <a:p>
            <a:r>
              <a:rPr lang="zh-CN" altLang="en-US"/>
              <a:t>运行测试效果</a:t>
            </a:r>
            <a:endParaRPr lang="zh-CN" altLang="en-US"/>
          </a:p>
        </p:txBody>
      </p:sp>
      <p:pic>
        <p:nvPicPr>
          <p:cNvPr id="11" name="图片 10" descr="post_object_image_28539702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60558" cy="4095750"/>
          </a:xfrm>
          <a:prstGeom prst="rect">
            <a:avLst/>
          </a:prstGeom>
        </p:spPr>
      </p:pic>
      <p:pic>
        <p:nvPicPr>
          <p:cNvPr id="12" name="图片 11" descr="post_object_image_41230183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525" y="1916250"/>
            <a:ext cx="6848475" cy="43416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52400" y="6115050"/>
            <a:ext cx="10972800" cy="609600"/>
          </a:xfrm>
        </p:spPr>
        <p:txBody>
          <a:bodyPr>
            <a:noAutofit/>
          </a:bodyPr>
          <a:p>
            <a:r>
              <a:rPr lang="zh-CN" altLang="en-US"/>
              <a:t>运行测试效果</a:t>
            </a:r>
            <a:endParaRPr lang="zh-CN" altLang="en-US"/>
          </a:p>
        </p:txBody>
      </p:sp>
      <p:pic>
        <p:nvPicPr>
          <p:cNvPr id="3" name="图片 2" descr="post_object_image_20869627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247650"/>
            <a:ext cx="8743950" cy="5481282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9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ae30d8e6e61c5e1b3be5ad2f438168f599d0657"/>
  <p:tag name="KSO_WM_NEWLAYOUT_GROUP_ID" val="layout_10009"/>
  <p:tag name="KSO_WM_NEWLAYOUT_ID" val="slide_5c3899e33f322f8b"/>
</p:tagLst>
</file>

<file path=ppt/tags/tag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7395221795ab2305f5dda7e98b3c2d44ef384b0"/>
  <p:tag name="KSO_WM_NEWLAYOUT_GROUP_ID" val="layout_32"/>
  <p:tag name="KSO_WM_NEWLAYOUT_ID" val="slide_c5ffa415428627e2"/>
</p:tagLst>
</file>

<file path=ppt/tags/tag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1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6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0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1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573c95d8e24ef78e0f2771bd7beb7ce9cf3d86c"/>
  <p:tag name="KSO_WM_NEWLAYOUT_GROUP_ID" val="layout_59"/>
  <p:tag name="KSO_WM_NEWLAYOUT_ID" val="slide_1800e3ff434db388"/>
</p:tagLst>
</file>

<file path=ppt/tags/tag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73de2bc20817c1c09915a9e95dbe8e1ba7f5fac"/>
  <p:tag name="KSO_WM_NEWLAYOUT_GROUP_ID" val="layout_53"/>
  <p:tag name="KSO_WM_NEWLAYOUT_ID" val="slide_3e9887b6c51e8c40"/>
</p:tagLst>
</file>

<file path=ppt/tags/tag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ee36f65f868bd35645ace94c0c6960418bb1e07"/>
  <p:tag name="KSO_WM_NEWLAYOUT_GROUP_ID" val="layout_51"/>
  <p:tag name="KSO_WM_NEWLAYOUT_ID" val="slide_b5165c4e12380948"/>
</p:tagLst>
</file>

<file path=ppt/tags/tag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5d998fd2a0d67f9443574829ed40f01a755c8e1"/>
  <p:tag name="KSO_WM_NEWLAYOUT_GROUP_ID" val="layout_31"/>
  <p:tag name="KSO_WM_NEWLAYOUT_ID" val="slide_55a88b3a4ee5a61c"/>
</p:tagLst>
</file>

<file path=ppt/tags/tag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e07ef248317308a5778aa813f84adc3d5f9b946"/>
  <p:tag name="KSO_WM_NEWLAYOUT_GROUP_ID" val="layout_61"/>
  <p:tag name="KSO_WM_NEWLAYOUT_ID" val="slide_a545310637f23f8a"/>
</p:tagLst>
</file>

<file path=ppt/tags/tag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0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6e1fbcb76254ad2ae129d64b7b70cb1ef56bb8c"/>
  <p:tag name="KSO_WM_NEWLAYOUT_GROUP_ID" val="layout_10004"/>
  <p:tag name="KSO_WM_NEWLAYOUT_ID" val="slide_b78e5c9395481cf5"/>
</p:tagLst>
</file>

<file path=ppt/tags/tag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bde810697ccf37358b1806cb027538037c4b79b"/>
  <p:tag name="KSO_WM_NEWLAYOUT_GROUP_ID" val="layout_38"/>
  <p:tag name="KSO_WM_NEWLAYOUT_ID" val="slide_b9a547a3801d06a7"/>
</p:tagLst>
</file>

<file path=ppt/tags/tag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38777e2270e7efc5d054b7af852a4fdb5d19b53"/>
  <p:tag name="KSO_WM_NEWLAYOUT_GROUP_ID" val="layout_6"/>
  <p:tag name="KSO_WM_NEWLAYOUT_ID" val="slide_f130d032ab3e4666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9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0943a98c8452ac525fdf8c3e96f776464d1f157"/>
  <p:tag name="KSO_WM_NEWLAYOUT_GROUP_ID" val="layout_10013"/>
  <p:tag name="KSO_WM_NEWLAYOUT_ID" val="slide_909174ba479587e6"/>
</p:tagLst>
</file>

<file path=ppt/tags/tag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352203e7dfd1b4c878279099690cde580227541"/>
  <p:tag name="KSO_WM_NEWLAYOUT_GROUP_ID" val="layout_42"/>
  <p:tag name="KSO_WM_NEWLAYOUT_ID" val="slide_a584adb009ce018d"/>
</p:tagLst>
</file>

<file path=ppt/tags/tag1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0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1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1"/>
  <p:tag name="KSO_WM_UNIT_TYPE" val="l_h_i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1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6842578b0303b9264392a521125f3c84d2b98a"/>
  <p:tag name="KSO_WM_NEWLAYOUT_GROUP_ID" val="layout_10012"/>
  <p:tag name="KSO_WM_NEWLAYOUT_ID" val="slide_ed19c0db6ed585c4"/>
</p:tagLst>
</file>

<file path=ppt/tags/tag1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c06e41afd89de48e8a69002694777463dcdf2c6"/>
  <p:tag name="KSO_WM_NEWLAYOUT_GROUP_ID" val="layout_10007"/>
  <p:tag name="KSO_WM_NEWLAYOUT_ID" val="slide_a6198808599c094b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dfa6630ddec20a1dd2db0e0b9aec28e7e253ad5"/>
  <p:tag name="KSO_WM_NEWLAYOUT_GROUP_ID" val="layout_10003"/>
  <p:tag name="KSO_WM_NEWLAYOUT_ID" val="slide_3f387b6926fb182b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68608a79615a009ec13212c9b8df422f80aae4b"/>
  <p:tag name="KSO_WM_NEWLAYOUT_GROUP_ID" val="layout_30"/>
  <p:tag name="KSO_WM_NEWLAYOUT_ID" val="slide_b85ad00453087974"/>
</p:tagLst>
</file>

<file path=ppt/tags/tag1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9f5595cd89956783b9e435b5a11e61bef77b280"/>
  <p:tag name="KSO_WM_NEWLAYOUT_GROUP_ID" val="layout_34"/>
  <p:tag name="KSO_WM_NEWLAYOUT_ID" val="slide_d51b045cef9e3a8f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387eca50f53fb7ee6442506a87e0165e01b5bdb"/>
  <p:tag name="KSO_WM_NEWLAYOUT_GROUP_ID" val="layout_8"/>
  <p:tag name="KSO_WM_NEWLAYOUT_ID" val="slide_d069b1195970cb28"/>
</p:tagLst>
</file>

<file path=ppt/tags/tag162.xml><?xml version="1.0" encoding="utf-8"?>
<p:tagLst xmlns:p="http://schemas.openxmlformats.org/presentationml/2006/main">
  <p:tag name="$PH_EXT" val="2"/>
  <p:tag name="KSO_WM_BEAUTIFY_FLAG" val="#fgm#"/>
  <p:tag name="KSO_WM_FIGMA_FLAG" val="#fgm#"/>
  <p:tag name="KSO_WM_SYNC_SLIDE_TEXT" val="1"/>
  <p:tag name="KSO_WM_UNIT_INDEX" val="2"/>
  <p:tag name="KSO_WM_UNIT_TYPE" val="i"/>
</p:tagLst>
</file>

<file path=ppt/tags/tag163.xml><?xml version="1.0" encoding="utf-8"?>
<p:tagLst xmlns:p="http://schemas.openxmlformats.org/presentationml/2006/main">
  <p:tag name="$PH_EXT" val="2"/>
  <p:tag name="KSO_WM_BEAUTIFY_FLAG" val="#fgm#"/>
  <p:tag name="KSO_WM_FIGMA_FLAG" val="#fgm#"/>
  <p:tag name="KSO_WM_SYNC_SLIDE_TEXT" val="1"/>
  <p:tag name="KSO_WM_UNIT_INDEX" val="3"/>
  <p:tag name="KSO_WM_UNIT_TYPE" val="i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EXT_TYPE" val="1"/>
  <p:tag name="KSO_WM_UNIT_TYPE" val="n_h_a"/>
</p:tagLst>
</file>

<file path=ppt/tags/tag16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_1"/>
  <p:tag name="KSO_WM_UNIT_TYPE" val="n_h_h_i"/>
</p:tagLst>
</file>

<file path=ppt/tags/tag166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2_1_1"/>
  <p:tag name="KSO_WM_UNIT_TYPE" val="n_h_h_x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_1"/>
  <p:tag name="KSO_WM_UNIT_TYPE" val="n_h_h_f"/>
</p:tagLst>
</file>

<file path=ppt/tags/tag16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_1"/>
  <p:tag name="KSO_WM_UNIT_TYPE" val="n_h_h_i"/>
</p:tagLst>
</file>

<file path=ppt/tags/tag169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2_1"/>
  <p:tag name="KSO_WM_UNIT_TYPE" val="n_h_h_x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_1"/>
  <p:tag name="KSO_WM_UNIT_TYPE" val="n_h_h_f"/>
</p:tagLst>
</file>

<file path=ppt/tags/tag1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f89f6975430d5e5881fd0b6d99ff970eeeb497a"/>
  <p:tag name="KSO_WM_NEWLAYOUT_GROUP_ID" val="layout_1-5"/>
  <p:tag name="KSO_WM_NEWLAYOUT_ID" val="slide_61223ae7a7f7aefc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7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7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8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8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85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80859"/>
  <p:tag name="KSO_WM_TEMPLATE_CATEGORY" val="custom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59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59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59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59"/>
</p:tagLst>
</file>

<file path=ppt/tags/tag19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192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193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19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19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19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197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198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199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00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01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0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0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0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05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0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0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0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09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3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0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1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23.xml><?xml version="1.0" encoding="utf-8"?>
<p:tagLst xmlns:p="http://schemas.openxmlformats.org/presentationml/2006/main">
  <p:tag name="KSO_WM_UNIT_TYPE" val="f"/>
  <p:tag name="KSO_WM_BEAUTIFY_FLAG" val="#wm#"/>
  <p:tag name="KSO_WM_UNIT_INDEX" val="1"/>
  <p:tag name="KSO_WM_UNIT_SUBTYPE" val="c"/>
  <p:tag name="KSO_WM_UNIT_TEXT_TYPE" val="1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24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0d87cb0134f6ca5dd254d1d00c48ba5fb7187dae"/>
  <p:tag name="KSO_WM_NEWLAYOUT_ID" val="23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25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2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27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62fe93965f4fedf3295f04a5fc4cba78954b4a5b"/>
  <p:tag name="KSO_WM_NEWLAYOUT_ID" val="29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28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2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30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31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e1a7ecfff8cb40fa040a7b3b5c5c6f3d4c48faea"/>
  <p:tag name="KSO_WM_NEWLAYOUT_ID" val="35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0b65442bcb82c0ec6daba8578945f9a92faeb431"/>
  <p:tag name="KSO_WM_NEWLAYOUT_ID" val="1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3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3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4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4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111865c4233d262a79a0be3d2081855ba1523c1"/>
  <p:tag name="KSO_WM_NEWLAYOUT_ID" val="slide_b9fb2f82040eace4"/>
</p:tagLst>
</file>

<file path=ppt/tags/tag2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0b366272ebe51456e3cfffcd11982bab7f344b8"/>
  <p:tag name="KSO_WM_NEWLAYOUT_ID" val="slide_6e72d0639b4ec405"/>
</p:tagLst>
</file>

<file path=ppt/tags/tag2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2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5de9893d6ebae7a46c4f95f52db5595a3b5ca76"/>
  <p:tag name="KSO_WM_NEWLAYOUT_ID" val="slide_1b3b713d653f65b2"/>
</p:tagLst>
</file>

<file path=ppt/tags/tag2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2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bfb2fdb71850e5130073a73dc30aedeb928e236"/>
  <p:tag name="KSO_WM_NEWLAYOUT_ID" val="slide_20c7e24892b2d060"/>
</p:tagLst>
</file>

<file path=ppt/tags/tag2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8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9fe90127e893a0fb93768484443cc1a44ccbca3"/>
  <p:tag name="KSO_WM_NEWLAYOUT_ID" val="slide_09c93aa01c28b66b"/>
</p:tagLst>
</file>

<file path=ppt/tags/tag2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9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0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72e4695df3ecd9df369e9fb228f2c4a9f6133a2"/>
  <p:tag name="KSO_WM_NEWLAYOUT_ID" val="slide_dd2f059f6dfe3f3e"/>
</p:tagLst>
</file>

<file path=ppt/tags/tag3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17be3b6e865d12bf56326c1f8bab5af35cbb428"/>
  <p:tag name="KSO_WM_NEWLAYOUT_ID" val="slide_c13321443022db2c"/>
</p:tagLst>
</file>

<file path=ppt/tags/tag3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2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525c5d7b35515ba1cbd9e9826071bb902808a8"/>
  <p:tag name="KSO_WM_NEWLAYOUT_ID" val="slide_0e3763c640ea4c61"/>
</p:tagLst>
</file>

<file path=ppt/tags/tag3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3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2d875a15afad943553320a6b17d33b52d167270"/>
  <p:tag name="KSO_WM_NEWLAYOUT_ID" val="slide_5a87d91ece4523d8"/>
</p:tagLst>
</file>

<file path=ppt/tags/tag3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3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016ebff6f1493e53185b7231ad3265cda66df8"/>
  <p:tag name="KSO_WM_NEWLAYOUT_ID" val="slide_8b398fc64e4c05a5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205fb56d5decba2086b40563215c49698d9fc39"/>
  <p:tag name="KSO_WM_NEWLAYOUT_ID" val="slide_c60fea93c381646b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4c6affe18034b4d8db17b25602ce5406ddbeb27"/>
  <p:tag name="KSO_WM_NEWLAYOUT_ID" val="slide_179815d3acbe59e8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d4764a30face04d169c28aedd2c017ec8a7c779"/>
  <p:tag name="KSO_WM_NEWLAYOUT_ID" val="slide_fc5e6fce07636398"/>
</p:tagLst>
</file>

<file path=ppt/tags/tag35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ba1a4033e8ff027770a1e7080f8b8dc7a5129b3"/>
  <p:tag name="KSO_WM_NEWLAYOUT_ID" val="slide_aec818c1bcb6d7c7"/>
</p:tagLst>
</file>

<file path=ppt/tags/tag35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5597d29907ffde87e4b0ee943ca9cf098d15551"/>
  <p:tag name="KSO_WM_NEWLAYOUT_ID" val="slide_3461ed1a5b67fef1"/>
</p:tagLst>
</file>

<file path=ppt/tags/tag36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6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425822d9b8cc79a7c8bfe89c69f10ee74fca94b"/>
  <p:tag name="KSO_WM_NEWLAYOUT_ID" val="slide_488178702f00f326"/>
</p:tagLst>
</file>

<file path=ppt/tags/tag3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6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370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74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375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28ad0f48bb9af38d6ffd68c31ef693143da3779"/>
  <p:tag name="KSO_WM_NEWLAYOUT_ID" val="slide_e2ddc6610455839a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8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8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38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38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386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387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388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0859"/>
  <p:tag name="KSO_WM_TEMPLATE_CATEGORY" val="custom"/>
  <p:tag name="KSO_WM_TEMPLATE_MASTER_TYPE" val="0"/>
  <p:tag name="KSO_WM_TAG_VERSION" val="3.0"/>
</p:tagLst>
</file>

<file path=ppt/tags/tag389.xml><?xml version="1.0" encoding="utf-8"?>
<p:tagLst xmlns:p="http://schemas.openxmlformats.org/presentationml/2006/main">
  <p:tag name="KSO_WM_AITEMPLATE_STYLE_ID" val="69796625704"/>
</p:tagLst>
</file>

<file path=ppt/tags/tag390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0d87cb0134f6ca5dd254d1d00c48ba5fb7187dae"/>
  <p:tag name="KSO_WM_NEWLAYOUT_ID" val="23"/>
  <p:tag name="KSO_WM_UNIT_PRESET_TEXT" val="单击此处添加文档标题&#13;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91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UNIT_PRESET_TEXT" val="BY WPS&#13;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92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UNIT_PRESET_TEXT" val="BY WPS&#13;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93.xml><?xml version="1.0" encoding="utf-8"?>
<p:tagLst xmlns:p="http://schemas.openxmlformats.org/presentationml/2006/main">
  <p:tag name="KSO_WM_SLIDE_ITEM_CNT" val="0"/>
  <p:tag name="KSO_WM_SLIDE_TYPE" val="title"/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0859"/>
  <p:tag name="KSO_WM_TEMPLATE_CATEGORY" val="custom"/>
  <p:tag name="KSO_WM_SLIDE_INDEX" val="1"/>
  <p:tag name="KSO_WM_SLIDE_ID" val="custom40480859_1"/>
  <p:tag name="KSO_WM_TEMPLATE_MASTER_TYPE" val="0"/>
  <p:tag name="KSO_WM_SLIDE_LAYOUT" val="a_f"/>
  <p:tag name="KSO_WM_SLIDE_LAYOUT_CNT" val="1_2"/>
  <p:tag name="KSO_WM_TAG_VERSION" val="3.0"/>
</p:tagLst>
</file>

<file path=ppt/tags/tag3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5de9893d6ebae7a46c4f95f52db5595a3b5ca76"/>
  <p:tag name="KSO_WM_NEWLAYOUT_GROUP_ID" val="layout_10012"/>
  <p:tag name="KSO_WM_NEWLAYOUT_ID" val="slide_1b3b713d653f65b2"/>
  <p:tag name="KSO_WM_UNIT_PRESET_TEXT" val="单击此处添加标题"/>
</p:tagLst>
</file>

<file path=ppt/tags/tag3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</p:tagLst>
</file>

<file path=ppt/tags/tag4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  <p:tag name="KSO_WM_UNIT_PRESET_TEXT" val="单击此处添加项正文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  <p:tag name="KSO_WM_UNIT_PRESET_TEXT" val="单击此处添加项标题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  <p:tag name="KSO_WM_UNIT_PRESET_TEXT" val="单击此处添加项正文"/>
</p:tagLst>
</file>

<file path=ppt/tags/tag407.xml><?xml version="1.0" encoding="utf-8"?>
<p:tagLst xmlns:p="http://schemas.openxmlformats.org/presentationml/2006/main">
  <p:tag name="KSO_WM_SLIDE_CONTENT_ORIENTATION" val=""/>
  <p:tag name="KSO_WM_SLIDE_HAS_MASK" val="0"/>
  <p:tag name="KSO_WM_SLIDE_ITEM_CNT" val="6"/>
  <p:tag name="KSO_WM_SLIDE_TYPE" val="text"/>
  <p:tag name="KSO_WM_TEMPLATE_SUBCATEGORY" val="29"/>
  <p:tag name="KSO_WM_BEAUTIFY_FLAG" val="#wm#"/>
  <p:tag name="KSO_WM_TEMPLATE_FIGMA_ID" val="69796625704"/>
  <p:tag name="KSO_WM_TEMPLATE_SLIDE_ID" val="slide_1b3b713d653f65b2"/>
</p:tagLst>
</file>

<file path=ppt/tags/tag4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f89f6975430d5e5881fd0b6d99ff970eeeb497a"/>
  <p:tag name="KSO_WM_NEWLAYOUT_GROUP_ID" val="layout_1-5"/>
  <p:tag name="KSO_WM_NEWLAYOUT_ID" val="slide_61223ae7a7f7aefc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41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4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41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4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41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4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42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422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contents"/>
  <p:tag name="KSO_WM_TEMPLATE_SUBCATEGORY" val="29"/>
  <p:tag name="KSO_WM_BEAUTIFY_FLAG" val="#wm#"/>
  <p:tag name="KSO_WM_TEMPLATE_FIGMA_ID" val="69796625704"/>
  <p:tag name="KSO_WM_TEMPLATE_SLIDE_ID" val="slide_61223ae7a7f7aefc"/>
</p:tagLst>
</file>

<file path=ppt/tags/tag423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62fe93965f4fedf3295f04a5fc4cba78954b4a5b"/>
  <p:tag name="KSO_WM_NEWLAYOUT_ID" val="29"/>
  <p:tag name="KSO_WM_UNIT_PRESET_TEXT" val="单击此处添加章节标题&#13;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424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&#13;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425.xml><?xml version="1.0" encoding="utf-8"?>
<p:tagLst xmlns:p="http://schemas.openxmlformats.org/presentationml/2006/main"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859"/>
  <p:tag name="KSO_WM_TEMPLATE_CATEGORY" val="custom"/>
  <p:tag name="KSO_WM_SLIDE_INDEX" val="3"/>
  <p:tag name="KSO_WM_SLIDE_ID" val="custom40480859_7"/>
  <p:tag name="KSO_WM_TEMPLATE_MASTER_TYPE" val="0"/>
  <p:tag name="KSO_WM_SLIDE_LAYOUT" val="a_e"/>
  <p:tag name="KSO_WM_SLIDE_LAYOUT_CNT" val="1_1"/>
  <p:tag name="KSO_WM_TAG_VERSION" val="3.0"/>
</p:tagLst>
</file>

<file path=ppt/tags/tag4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427.xml><?xml version="1.0" encoding="utf-8"?>
<p:tagLst xmlns:p="http://schemas.openxmlformats.org/presentationml/2006/main"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859"/>
  <p:tag name="KSO_WM_TEMPLATE_CATEGORY" val="custom"/>
  <p:tag name="KSO_WM_SLIDE_INDEX" val="3"/>
  <p:tag name="KSO_WM_SLIDE_ID" val="custom40480859_7"/>
  <p:tag name="KSO_WM_TEMPLATE_MASTER_TYPE" val="0"/>
  <p:tag name="KSO_WM_SLIDE_LAYOUT" val="a_e"/>
  <p:tag name="KSO_WM_SLIDE_LAYOUT_CNT" val="1_1"/>
  <p:tag name="KSO_WM_TAG_VERSION" val="3.0"/>
</p:tagLst>
</file>

<file path=ppt/tags/tag4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387eca50f53fb7ee6442506a87e0165e01b5bdb"/>
  <p:tag name="KSO_WM_NEWLAYOUT_GROUP_ID" val="layout_8"/>
  <p:tag name="KSO_WM_NEWLAYOUT_ID" val="slide_d069b1195970cb28"/>
  <p:tag name="KSO_WM_UNIT_PRESET_TEXT" val="单击此处添加标题"/>
</p:tagLst>
</file>

<file path=ppt/tags/tag429.xml><?xml version="1.0" encoding="utf-8"?>
<p:tagLst xmlns:p="http://schemas.openxmlformats.org/presentationml/2006/main">
  <p:tag name="$PH_EXT" val="2"/>
  <p:tag name="KSO_WM_BEAUTIFY_FLAG" val="#fgm#"/>
  <p:tag name="KSO_WM_FIGMA_FLAG" val="#fgm#"/>
  <p:tag name="KSO_WM_SYNC_SLIDE_TEXT" val="1"/>
  <p:tag name="KSO_WM_UNIT_INDEX" val="2"/>
  <p:tag name="KSO_WM_UNIT_TYPE" val="i"/>
  <p:tag name="KSO_WM_UNIT_PRESET_TEXT" val=" "/>
</p:tagLst>
</file>

<file path=ppt/tags/tag430.xml><?xml version="1.0" encoding="utf-8"?>
<p:tagLst xmlns:p="http://schemas.openxmlformats.org/presentationml/2006/main">
  <p:tag name="$PH_EXT" val="2"/>
  <p:tag name="KSO_WM_BEAUTIFY_FLAG" val="#fgm#"/>
  <p:tag name="KSO_WM_FIGMA_FLAG" val="#fgm#"/>
  <p:tag name="KSO_WM_SYNC_SLIDE_TEXT" val="1"/>
  <p:tag name="KSO_WM_UNIT_INDEX" val="3"/>
  <p:tag name="KSO_WM_UNIT_TYPE" val="i"/>
  <p:tag name="KSO_WM_UNIT_PRESET_TEXT" val=" "/>
</p:tagLst>
</file>

<file path=ppt/tags/tag4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EXT_TYPE" val="1"/>
  <p:tag name="KSO_WM_UNIT_TYPE" val="n_h_a"/>
</p:tagLst>
</file>

<file path=ppt/tags/tag43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_1"/>
  <p:tag name="KSO_WM_UNIT_TYPE" val="n_h_h_i"/>
  <p:tag name="KSO_WM_UNIT_PRESET_TEXT" val=" "/>
</p:tagLst>
</file>

<file path=ppt/tags/tag433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2_1_1"/>
  <p:tag name="KSO_WM_UNIT_TYPE" val="n_h_h_x"/>
</p:tagLst>
</file>

<file path=ppt/tags/tag4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_1"/>
  <p:tag name="KSO_WM_UNIT_TYPE" val="n_h_h_f"/>
  <p:tag name="KSO_WM_UNIT_PRESET_TEXT" val="单击此处添加项正文"/>
</p:tagLst>
</file>

<file path=ppt/tags/tag43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_1"/>
  <p:tag name="KSO_WM_UNIT_TYPE" val="n_h_h_i"/>
  <p:tag name="KSO_WM_UNIT_PRESET_TEXT" val=" "/>
</p:tagLst>
</file>

<file path=ppt/tags/tag436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2_1"/>
  <p:tag name="KSO_WM_UNIT_TYPE" val="n_h_h_x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_1"/>
  <p:tag name="KSO_WM_UNIT_TYPE" val="n_h_h_f"/>
  <p:tag name="KSO_WM_UNIT_PRESET_TEXT" val="单击此处添加项正文"/>
</p:tagLst>
</file>

<file path=ppt/tags/tag43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5704"/>
  <p:tag name="KSO_WM_TEMPLATE_SLIDE_ID" val="slide_d069b1195970cb28"/>
</p:tagLst>
</file>

<file path=ppt/tags/tag4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9f5595cd89956783b9e435b5a11e61bef77b280"/>
  <p:tag name="KSO_WM_NEWLAYOUT_GROUP_ID" val="layout_34"/>
  <p:tag name="KSO_WM_NEWLAYOUT_ID" val="slide_d51b045cef9e3a8f"/>
  <p:tag name="KSO_WM_UNIT_PRESET_TEXT" val="单击此处添加标题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248213340&quot;,&quot;product_name&quot;:&quot;wps-wpp-web&quot;,&quot;intention_code&quot;:&quot;wps_wpp_generate_ppt_pay&quot;}*auto_gallery_3.0.4_Mock_V1_prod*1768489317146_4e42a8_aa88485962a6-slide-4"/>
</p:tagLst>
</file>

<file path=ppt/tags/tag4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1/9e5ed233-7d5c-41be-adcd-90c7e5ff7000.jpg?Expires=1800025322\u0026AWSAccessKeyId=AKLT9NSy7kh8TIS1UzNqLRY2\u0026Signature=DIr5ZcmhyorKs691iiyIfN8EOAE%3D&quot;,&quot;product_name&quot;:&quot;wps-wpp-web&quot;,&quot;intention_code&quot;:&quot;wps_wpp_generate_ppt_pay&quot;}*auto_qingqiu_3.0.4_Mock_V1_prod*1768489317146_4e42a8_aa88485962a6-slide-4"/>
</p:tagLst>
</file>

<file path=ppt/tags/tag4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46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5704"/>
  <p:tag name="KSO_WM_TEMPLATE_SLIDE_ID" val="slide_d51b045cef9e3a8f"/>
</p:tagLst>
</file>

<file path=ppt/tags/tag4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68608a79615a009ec13212c9b8df422f80aae4b"/>
  <p:tag name="KSO_WM_NEWLAYOUT_GROUP_ID" val="layout_30"/>
  <p:tag name="KSO_WM_NEWLAYOUT_ID" val="slide_b85ad00453087974"/>
  <p:tag name="KSO_WM_UNIT_PRESET_TEXT" val="单击此处添加标题"/>
</p:tagLst>
</file>

<file path=ppt/tags/tag4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v3/202601/65c1270d-df90-4aa0-81e7-5e71da04794a.jpg?Expires=1800025324\u0026AWSAccessKeyId=AKLT9NSy7kh8TIS1UzNqLRY2\u0026Signature=Oq3XYO9NEkxSjg0zMvycjoDBHoY%3D&quot;,&quot;product_name&quot;:&quot;wps-wpp-web&quot;,&quot;intention_code&quot;:&quot;wps_wpp_generate_ppt_pay&quot;}*auto_qingqiu_3.0.4_Mock_V1_prod*1768489317146_4e42a8_aa88485962a6-slide-5"/>
</p:tagLst>
</file>

<file path=ppt/tags/tag44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5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5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5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5704"/>
  <p:tag name="KSO_WM_TEMPLATE_SLIDE_ID" val="slide_b85ad00453087974"/>
</p:tagLst>
</file>

<file path=ppt/tags/tag459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62fe93965f4fedf3295f04a5fc4cba78954b4a5b"/>
  <p:tag name="KSO_WM_NEWLAYOUT_ID" val="29"/>
  <p:tag name="KSO_WM_UNIT_PRESET_TEXT" val="单击此处添加章节标题&#13;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460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&#13;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461.xml><?xml version="1.0" encoding="utf-8"?>
<p:tagLst xmlns:p="http://schemas.openxmlformats.org/presentationml/2006/main"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859"/>
  <p:tag name="KSO_WM_TEMPLATE_CATEGORY" val="custom"/>
  <p:tag name="KSO_WM_SLIDE_INDEX" val="3"/>
  <p:tag name="KSO_WM_SLIDE_ID" val="custom40480859_7"/>
  <p:tag name="KSO_WM_TEMPLATE_MASTER_TYPE" val="0"/>
  <p:tag name="KSO_WM_SLIDE_LAYOUT" val="a_e"/>
  <p:tag name="KSO_WM_SLIDE_LAYOUT_CNT" val="1_1"/>
  <p:tag name="KSO_WM_TAG_VERSION" val="3.0"/>
</p:tagLst>
</file>

<file path=ppt/tags/tag46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65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25704"/>
  <p:tag name="KSO_WM_TEMPLATE_SLIDE_ID" val="slide_5a87d91ece4523d8"/>
</p:tagLst>
</file>

<file path=ppt/tags/tag4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bfb2fdb71850e5130073a73dc30aedeb928e236"/>
  <p:tag name="KSO_WM_NEWLAYOUT_GROUP_ID" val="layout_6"/>
  <p:tag name="KSO_WM_NEWLAYOUT_ID" val="slide_20c7e24892b2d060"/>
  <p:tag name="KSO_WM_UNIT_PRESET_TEXT" val="单击此处添加标题"/>
</p:tagLst>
</file>

<file path=ppt/tags/tag46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7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7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4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7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5704"/>
  <p:tag name="KSO_WM_TEMPLATE_SLIDE_ID" val="slide_20c7e24892b2d060"/>
</p:tagLst>
</file>

<file path=ppt/tags/tag4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4c6affe18034b4d8db17b25602ce5406ddbeb27"/>
  <p:tag name="KSO_WM_NEWLAYOUT_GROUP_ID" val="layout_10013"/>
  <p:tag name="KSO_WM_NEWLAYOUT_ID" val="slide_179815d3acbe59e8"/>
  <p:tag name="KSO_WM_UNIT_PRESET_TEXT" val="单击此处添加标题"/>
</p:tagLst>
</file>

<file path=ppt/tags/tag478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25704"/>
  <p:tag name="KSO_WM_TEMPLATE_SLIDE_ID" val="slide_179815d3acbe59e8"/>
</p:tagLst>
</file>

<file path=ppt/tags/tag479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62fe93965f4fedf3295f04a5fc4cba78954b4a5b"/>
  <p:tag name="KSO_WM_NEWLAYOUT_ID" val="29"/>
  <p:tag name="KSO_WM_UNIT_PRESET_TEXT" val="单击此处添加章节标题&#13;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480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&#13;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481.xml><?xml version="1.0" encoding="utf-8"?>
<p:tagLst xmlns:p="http://schemas.openxmlformats.org/presentationml/2006/main"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859"/>
  <p:tag name="KSO_WM_TEMPLATE_CATEGORY" val="custom"/>
  <p:tag name="KSO_WM_SLIDE_INDEX" val="3"/>
  <p:tag name="KSO_WM_SLIDE_ID" val="custom40480859_7"/>
  <p:tag name="KSO_WM_TEMPLATE_MASTER_TYPE" val="0"/>
  <p:tag name="KSO_WM_SLIDE_LAYOUT" val="a_e"/>
  <p:tag name="KSO_WM_SLIDE_LAYOUT_CNT" val="1_1"/>
  <p:tag name="KSO_WM_TAG_VERSION" val="3.0"/>
</p:tagLst>
</file>

<file path=ppt/tags/tag4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ba1a4033e8ff027770a1e7080f8b8dc7a5129b3"/>
  <p:tag name="KSO_WM_NEWLAYOUT_GROUP_ID" val="layout_10004"/>
  <p:tag name="KSO_WM_NEWLAYOUT_ID" val="slide_aec818c1bcb6d7c7"/>
  <p:tag name="KSO_WM_UNIT_PRESET_TEXT" val="单击此处添加标题"/>
</p:tagLst>
</file>

<file path=ppt/tags/tag483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25704"/>
  <p:tag name="KSO_WM_TEMPLATE_SLIDE_ID" val="slide_aec818c1bcb6d7c7"/>
</p:tagLst>
</file>

<file path=ppt/tags/tag4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5597d29907ffde87e4b0ee943ca9cf098d15551"/>
  <p:tag name="KSO_WM_NEWLAYOUT_GROUP_ID" val="layout_51"/>
  <p:tag name="KSO_WM_NEWLAYOUT_ID" val="slide_3461ed1a5b67fef1"/>
  <p:tag name="KSO_WM_UNIT_PRESET_TEXT" val="单击此处添加标题"/>
</p:tagLst>
</file>

<file path=ppt/tags/tag48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88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25704"/>
  <p:tag name="KSO_WM_TEMPLATE_SLIDE_ID" val="slide_3461ed1a5b67fef1"/>
</p:tagLst>
</file>

<file path=ppt/tags/tag489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62fe93965f4fedf3295f04a5fc4cba78954b4a5b"/>
  <p:tag name="KSO_WM_NEWLAYOUT_ID" val="29"/>
  <p:tag name="KSO_WM_UNIT_PRESET_TEXT" val="单击此处添加章节标题&#13;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490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&#13;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491.xml><?xml version="1.0" encoding="utf-8"?>
<p:tagLst xmlns:p="http://schemas.openxmlformats.org/presentationml/2006/main"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859"/>
  <p:tag name="KSO_WM_TEMPLATE_CATEGORY" val="custom"/>
  <p:tag name="KSO_WM_SLIDE_INDEX" val="3"/>
  <p:tag name="KSO_WM_SLIDE_ID" val="custom40480859_7"/>
  <p:tag name="KSO_WM_TEMPLATE_MASTER_TYPE" val="0"/>
  <p:tag name="KSO_WM_SLIDE_LAYOUT" val="a_e"/>
  <p:tag name="KSO_WM_SLIDE_LAYOUT_CNT" val="1_1"/>
  <p:tag name="KSO_WM_TAG_VERSION" val="3.0"/>
</p:tagLst>
</file>

<file path=ppt/tags/tag4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425822d9b8cc79a7c8bfe89c69f10ee74fca94b"/>
  <p:tag name="KSO_WM_NEWLAYOUT_GROUP_ID" val="layout_32"/>
  <p:tag name="KSO_WM_NEWLAYOUT_ID" val="slide_488178702f00f326"/>
  <p:tag name="KSO_WM_UNIT_PRESET_TEXT" val="单击此处添加标题"/>
</p:tagLst>
</file>

<file path=ppt/tags/tag49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5704"/>
  <p:tag name="KSO_WM_TEMPLATE_SLIDE_ID" val="slide_488178702f00f326"/>
</p:tagLst>
</file>

<file path=ppt/tags/tag4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28ad0f48bb9af38d6ffd68c31ef693143da3779"/>
  <p:tag name="KSO_WM_NEWLAYOUT_GROUP_ID" val="layout_10009"/>
  <p:tag name="KSO_WM_NEWLAYOUT_ID" val="slide_e2ddc6610455839a"/>
  <p:tag name="KSO_WM_UNIT_PRESET_TEXT" val="单击此处添加标题"/>
</p:tagLst>
</file>

<file path=ppt/tags/tag495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25704"/>
  <p:tag name="KSO_WM_TEMPLATE_SLIDE_ID" val="slide_e2ddc6610455839a"/>
</p:tagLst>
</file>

<file path=ppt/tags/tag49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28ad0f48bb9af38d6ffd68c31ef693143da3779"/>
  <p:tag name="KSO_WM_NEWLAYOUT_GROUP_ID" val="layout_10009"/>
  <p:tag name="KSO_WM_NEWLAYOUT_ID" val="slide_e2ddc6610455839a"/>
  <p:tag name="KSO_WM_UNIT_PRESET_TEXT" val="单击此处添加标题"/>
</p:tagLst>
</file>

<file path=ppt/tags/tag497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25704"/>
  <p:tag name="KSO_WM_TEMPLATE_SLIDE_ID" val="slide_e2ddc6610455839a"/>
</p:tagLst>
</file>

<file path=ppt/tags/tag498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UNIT_PRESET_TEXT" val="THE END&#13;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499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e1a7ecfff8cb40fa040a7b3b5c5c6f3d4c48faea"/>
  <p:tag name="KSO_WM_NEWLAYOUT_ID" val="35"/>
  <p:tag name="KSO_WM_UNIT_PRESET_TEXT" val="谢谢观看&#13;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500.xml><?xml version="1.0" encoding="utf-8"?>
<p:tagLst xmlns:p="http://schemas.openxmlformats.org/presentationml/2006/main">
  <p:tag name="KSO_WM_SLIDE_ITEM_CNT" val="0"/>
  <p:tag name="KSO_WM_SLIDE_TYPE" val="endPage"/>
  <p:tag name="KSO_WM_TEMPLATE_SUBCATEGORY" val="29"/>
  <p:tag name="KSO_WM_BEAUTIFY_FLAG" val="#wm#"/>
  <p:tag name="KSO_WM_TEMPLATE_SLIDE_ID" val="slide_47de9d0eaa58c516"/>
  <p:tag name="KSO_WM_TEMPLATE_INDEX" val="40480859"/>
  <p:tag name="KSO_WM_TEMPLATE_CATEGORY" val="custom"/>
  <p:tag name="KSO_WM_SLIDE_INDEX" val="5"/>
  <p:tag name="KSO_WM_SLIDE_ID" val="custom40480859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8">
      <a:dk1>
        <a:srgbClr val="000000"/>
      </a:dk1>
      <a:lt1>
        <a:srgbClr val="FFFFFF"/>
      </a:lt1>
      <a:dk2>
        <a:srgbClr val="193834"/>
      </a:dk2>
      <a:lt2>
        <a:srgbClr val="FFFFFF"/>
      </a:lt2>
      <a:accent1>
        <a:srgbClr val="6AB1AB"/>
      </a:accent1>
      <a:accent2>
        <a:srgbClr val="217ECE"/>
      </a:accent2>
      <a:accent3>
        <a:srgbClr val="1F97CD"/>
      </a:accent3>
      <a:accent4>
        <a:srgbClr val="9D93C0"/>
      </a:accent4>
      <a:accent5>
        <a:srgbClr val="C995B1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1660</Words>
  <Application>WPS 演示</Application>
  <PresentationFormat>宽屏</PresentationFormat>
  <Paragraphs>187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黑体</vt:lpstr>
      <vt:lpstr>方正黑体_GBK</vt:lpstr>
      <vt:lpstr>黑体</vt:lpstr>
      <vt:lpstr>宋体</vt:lpstr>
      <vt:lpstr>方正书宋_GBK</vt:lpstr>
      <vt:lpstr>Arial Unicode MS</vt:lpstr>
      <vt:lpstr>Calibri</vt:lpstr>
      <vt:lpstr>Office 主题</vt:lpstr>
      <vt:lpstr>1_Office 主题</vt:lpstr>
      <vt:lpstr>WeStudy成果展示</vt:lpstr>
      <vt:lpstr>成员分工（https://github.com/olordinary/WeStudy.git）</vt:lpstr>
      <vt:lpstr>目录</vt:lpstr>
      <vt:lpstr>软件实现关键</vt:lpstr>
      <vt:lpstr>PowerPoint 演示文稿</vt:lpstr>
      <vt:lpstr>架构设计思路</vt:lpstr>
      <vt:lpstr>核心要素</vt:lpstr>
      <vt:lpstr>实现里程碑</vt:lpstr>
      <vt:lpstr>软件实现难点</vt:lpstr>
      <vt:lpstr>PowerPoint 演示文稿</vt:lpstr>
      <vt:lpstr>媒体层音视频处理流程难点</vt:lpstr>
      <vt:lpstr>线程问题QSocketNotifier</vt:lpstr>
      <vt:lpstr>软件实现与文档</vt:lpstr>
      <vt:lpstr>状态</vt:lpstr>
      <vt:lpstr>类图与代码实现</vt:lpstr>
      <vt:lpstr>部署与运行测试结果</vt:lpstr>
      <vt:lpstr>部署环境</vt:lpstr>
      <vt:lpstr>运行测试效果</vt:lpstr>
      <vt:lpstr>运行测试效果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WeStudy成果展示</dc:title>
  <dc:creator/>
  <cp:lastModifiedBy>鬼骨面君</cp:lastModifiedBy>
  <cp:revision>1</cp:revision>
  <dcterms:created xsi:type="dcterms:W3CDTF">2026-01-16T13:30:01Z</dcterms:created>
  <dcterms:modified xsi:type="dcterms:W3CDTF">2026-01-16T13:30:01Z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v1.0_ai_69796625704</vt:lpwstr>
  </property>
</Properties>
</file>